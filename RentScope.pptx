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handoutMasterIdLst>
    <p:handoutMasterId r:id="rId9"/>
  </p:handoutMasterIdLst>
  <p:sldIdLst>
    <p:sldId id="256" r:id="rId2"/>
    <p:sldId id="265" r:id="rId3"/>
    <p:sldId id="294" r:id="rId4"/>
    <p:sldId id="295" r:id="rId5"/>
    <p:sldId id="296" r:id="rId6"/>
    <p:sldId id="297" r:id="rId7"/>
    <p:sldId id="293" r:id="rId8"/>
  </p:sldIdLst>
  <p:sldSz cx="12192000" cy="6858000"/>
  <p:notesSz cx="6858000" cy="9144000"/>
  <p:embeddedFontLst>
    <p:embeddedFont>
      <p:font typeface="Open Sans" panose="020B0606030504020204" pitchFamily="34" charset="0"/>
      <p:regular r:id="rId10"/>
      <p:bold r:id="rId11"/>
      <p:italic r:id="rId12"/>
      <p:boldItalic r:id="rId13"/>
    </p:embeddedFont>
    <p:embeddedFont>
      <p:font typeface="Poppins Medium" panose="00000600000000000000" pitchFamily="2" charset="0"/>
      <p:regular r:id="rId14"/>
      <p:italic r:id="rId15"/>
    </p:embeddedFont>
    <p:embeddedFont>
      <p:font typeface="Poppins SemiBold" panose="00000700000000000000" pitchFamily="2" charset="0"/>
      <p:bold r:id="rId16"/>
      <p:boldItalic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Slide" id="{390B2AC8-F5B0-4FB6-9C11-79CE7AA3B9AF}">
          <p14:sldIdLst>
            <p14:sldId id="256"/>
          </p14:sldIdLst>
        </p14:section>
        <p14:section name="About" id="{A458E0BC-2AF5-41E9-8BD7-7AB566BFBC7B}">
          <p14:sldIdLst>
            <p14:sldId id="265"/>
            <p14:sldId id="294"/>
            <p14:sldId id="295"/>
            <p14:sldId id="296"/>
            <p14:sldId id="297"/>
            <p14:sldId id="29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657"/>
    <a:srgbClr val="011681"/>
    <a:srgbClr val="002E81"/>
    <a:srgbClr val="001F60"/>
    <a:srgbClr val="290060"/>
    <a:srgbClr val="4987D7"/>
    <a:srgbClr val="B171FC"/>
    <a:srgbClr val="65F9FE"/>
    <a:srgbClr val="FFDE8B"/>
    <a:srgbClr val="00B0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9AF116-9058-4555-BD42-72A88309073F}" v="48" dt="2026-05-12T15:43:52.5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4" autoAdjust="0"/>
    <p:restoredTop sz="95441" autoAdjust="0"/>
  </p:normalViewPr>
  <p:slideViewPr>
    <p:cSldViewPr snapToGrid="0">
      <p:cViewPr varScale="1">
        <p:scale>
          <a:sx n="96" d="100"/>
          <a:sy n="96" d="100"/>
        </p:scale>
        <p:origin x="178" y="6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6" d="100"/>
          <a:sy n="66" d="100"/>
        </p:scale>
        <p:origin x="2394"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23" Type="http://schemas.microsoft.com/office/2015/10/relationships/revisionInfo" Target="revisionInfo.xml"/><Relationship Id="rId10" Type="http://schemas.openxmlformats.org/officeDocument/2006/relationships/font" Target="fonts/font1.fntdata"/><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handoutMaster" Target="handoutMasters/handoutMaster1.xml"/><Relationship Id="rId14" Type="http://schemas.openxmlformats.org/officeDocument/2006/relationships/font" Target="fonts/font5.fntdata"/><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úlia Santos" userId="f270c9d3257ebf06" providerId="LiveId" clId="{45A415B0-7155-4262-A110-6DF9AE6A802A}"/>
    <pc:docChg chg="undo redo custSel addSld delSld modSld sldOrd modSection">
      <pc:chgData name="Júlia Santos" userId="f270c9d3257ebf06" providerId="LiveId" clId="{45A415B0-7155-4262-A110-6DF9AE6A802A}" dt="2026-05-12T15:47:02.047" v="766" actId="1076"/>
      <pc:docMkLst>
        <pc:docMk/>
      </pc:docMkLst>
      <pc:sldChg chg="modSp mod">
        <pc:chgData name="Júlia Santos" userId="f270c9d3257ebf06" providerId="LiveId" clId="{45A415B0-7155-4262-A110-6DF9AE6A802A}" dt="2026-05-12T14:49:00.128" v="251" actId="14100"/>
        <pc:sldMkLst>
          <pc:docMk/>
          <pc:sldMk cId="3053423209" sldId="256"/>
        </pc:sldMkLst>
        <pc:spChg chg="mod">
          <ac:chgData name="Júlia Santos" userId="f270c9d3257ebf06" providerId="LiveId" clId="{45A415B0-7155-4262-A110-6DF9AE6A802A}" dt="2026-05-12T14:28:11.629" v="11" actId="20577"/>
          <ac:spMkLst>
            <pc:docMk/>
            <pc:sldMk cId="3053423209" sldId="256"/>
            <ac:spMk id="7" creationId="{1530FCC8-596D-4F89-A6A8-115013D53146}"/>
          </ac:spMkLst>
        </pc:spChg>
        <pc:spChg chg="mod">
          <ac:chgData name="Júlia Santos" userId="f270c9d3257ebf06" providerId="LiveId" clId="{45A415B0-7155-4262-A110-6DF9AE6A802A}" dt="2026-05-12T14:48:52.114" v="250" actId="6549"/>
          <ac:spMkLst>
            <pc:docMk/>
            <pc:sldMk cId="3053423209" sldId="256"/>
            <ac:spMk id="37" creationId="{6A706BAF-BD1C-4D8A-954A-21026ABA4492}"/>
          </ac:spMkLst>
        </pc:spChg>
        <pc:cxnChg chg="mod">
          <ac:chgData name="Júlia Santos" userId="f270c9d3257ebf06" providerId="LiveId" clId="{45A415B0-7155-4262-A110-6DF9AE6A802A}" dt="2026-05-12T14:49:00.128" v="251" actId="14100"/>
          <ac:cxnSpMkLst>
            <pc:docMk/>
            <pc:sldMk cId="3053423209" sldId="256"/>
            <ac:cxnSpMk id="36" creationId="{9B09748A-7E53-4057-AA2E-4E4348BCB85D}"/>
          </ac:cxnSpMkLst>
        </pc:cxnChg>
      </pc:sldChg>
      <pc:sldChg chg="del">
        <pc:chgData name="Júlia Santos" userId="f270c9d3257ebf06" providerId="LiveId" clId="{45A415B0-7155-4262-A110-6DF9AE6A802A}" dt="2026-05-12T14:27:37.813" v="0" actId="47"/>
        <pc:sldMkLst>
          <pc:docMk/>
          <pc:sldMk cId="424286825" sldId="260"/>
        </pc:sldMkLst>
      </pc:sldChg>
      <pc:sldChg chg="addSp delSp modSp mod">
        <pc:chgData name="Júlia Santos" userId="f270c9d3257ebf06" providerId="LiveId" clId="{45A415B0-7155-4262-A110-6DF9AE6A802A}" dt="2026-05-12T15:11:40.582" v="403" actId="1076"/>
        <pc:sldMkLst>
          <pc:docMk/>
          <pc:sldMk cId="2593222290" sldId="265"/>
        </pc:sldMkLst>
        <pc:spChg chg="del mod">
          <ac:chgData name="Júlia Santos" userId="f270c9d3257ebf06" providerId="LiveId" clId="{45A415B0-7155-4262-A110-6DF9AE6A802A}" dt="2026-05-12T14:41:39.871" v="81" actId="478"/>
          <ac:spMkLst>
            <pc:docMk/>
            <pc:sldMk cId="2593222290" sldId="265"/>
            <ac:spMk id="3" creationId="{5AD85455-71AB-4105-A738-AA30C2A61EAB}"/>
          </ac:spMkLst>
        </pc:spChg>
        <pc:spChg chg="mod">
          <ac:chgData name="Júlia Santos" userId="f270c9d3257ebf06" providerId="LiveId" clId="{45A415B0-7155-4262-A110-6DF9AE6A802A}" dt="2026-05-12T14:54:24.453" v="258" actId="14100"/>
          <ac:spMkLst>
            <pc:docMk/>
            <pc:sldMk cId="2593222290" sldId="265"/>
            <ac:spMk id="12" creationId="{8F32D840-9A65-47B4-A337-9AF151DBA4F4}"/>
          </ac:spMkLst>
        </pc:spChg>
        <pc:spChg chg="mod">
          <ac:chgData name="Júlia Santos" userId="f270c9d3257ebf06" providerId="LiveId" clId="{45A415B0-7155-4262-A110-6DF9AE6A802A}" dt="2026-05-12T14:54:12.583" v="257" actId="123"/>
          <ac:spMkLst>
            <pc:docMk/>
            <pc:sldMk cId="2593222290" sldId="265"/>
            <ac:spMk id="26" creationId="{7A32FB50-E0F4-45F9-A8A6-5BF3CBBCCE23}"/>
          </ac:spMkLst>
        </pc:spChg>
        <pc:picChg chg="add mod">
          <ac:chgData name="Júlia Santos" userId="f270c9d3257ebf06" providerId="LiveId" clId="{45A415B0-7155-4262-A110-6DF9AE6A802A}" dt="2026-05-12T15:11:40.582" v="403" actId="1076"/>
          <ac:picMkLst>
            <pc:docMk/>
            <pc:sldMk cId="2593222290" sldId="265"/>
            <ac:picMk id="4" creationId="{78E06A09-DC75-81A4-AB44-DECE5E47ECF0}"/>
          </ac:picMkLst>
        </pc:picChg>
      </pc:sldChg>
      <pc:sldChg chg="del">
        <pc:chgData name="Júlia Santos" userId="f270c9d3257ebf06" providerId="LiveId" clId="{45A415B0-7155-4262-A110-6DF9AE6A802A}" dt="2026-05-12T14:45:18.357" v="169" actId="47"/>
        <pc:sldMkLst>
          <pc:docMk/>
          <pc:sldMk cId="4035059572" sldId="272"/>
        </pc:sldMkLst>
      </pc:sldChg>
      <pc:sldChg chg="del">
        <pc:chgData name="Júlia Santos" userId="f270c9d3257ebf06" providerId="LiveId" clId="{45A415B0-7155-4262-A110-6DF9AE6A802A}" dt="2026-05-12T14:45:16.501" v="168" actId="47"/>
        <pc:sldMkLst>
          <pc:docMk/>
          <pc:sldMk cId="3748423751" sldId="288"/>
        </pc:sldMkLst>
      </pc:sldChg>
      <pc:sldChg chg="del">
        <pc:chgData name="Júlia Santos" userId="f270c9d3257ebf06" providerId="LiveId" clId="{45A415B0-7155-4262-A110-6DF9AE6A802A}" dt="2026-05-12T14:45:05.490" v="167" actId="47"/>
        <pc:sldMkLst>
          <pc:docMk/>
          <pc:sldMk cId="3174720993" sldId="292"/>
        </pc:sldMkLst>
      </pc:sldChg>
      <pc:sldChg chg="modSp mod">
        <pc:chgData name="Júlia Santos" userId="f270c9d3257ebf06" providerId="LiveId" clId="{45A415B0-7155-4262-A110-6DF9AE6A802A}" dt="2026-05-12T14:47:41.902" v="246" actId="14100"/>
        <pc:sldMkLst>
          <pc:docMk/>
          <pc:sldMk cId="327413557" sldId="293"/>
        </pc:sldMkLst>
        <pc:spChg chg="mod">
          <ac:chgData name="Júlia Santos" userId="f270c9d3257ebf06" providerId="LiveId" clId="{45A415B0-7155-4262-A110-6DF9AE6A802A}" dt="2026-05-12T14:47:16.798" v="207" actId="20577"/>
          <ac:spMkLst>
            <pc:docMk/>
            <pc:sldMk cId="327413557" sldId="293"/>
            <ac:spMk id="7" creationId="{1530FCC8-596D-4F89-A6A8-115013D53146}"/>
          </ac:spMkLst>
        </pc:spChg>
        <pc:spChg chg="mod">
          <ac:chgData name="Júlia Santos" userId="f270c9d3257ebf06" providerId="LiveId" clId="{45A415B0-7155-4262-A110-6DF9AE6A802A}" dt="2026-05-12T14:47:34.622" v="245" actId="20577"/>
          <ac:spMkLst>
            <pc:docMk/>
            <pc:sldMk cId="327413557" sldId="293"/>
            <ac:spMk id="37" creationId="{6A706BAF-BD1C-4D8A-954A-21026ABA4492}"/>
          </ac:spMkLst>
        </pc:spChg>
        <pc:cxnChg chg="mod">
          <ac:chgData name="Júlia Santos" userId="f270c9d3257ebf06" providerId="LiveId" clId="{45A415B0-7155-4262-A110-6DF9AE6A802A}" dt="2026-05-12T14:47:41.902" v="246" actId="14100"/>
          <ac:cxnSpMkLst>
            <pc:docMk/>
            <pc:sldMk cId="327413557" sldId="293"/>
            <ac:cxnSpMk id="36" creationId="{9B09748A-7E53-4057-AA2E-4E4348BCB85D}"/>
          </ac:cxnSpMkLst>
        </pc:cxnChg>
      </pc:sldChg>
      <pc:sldChg chg="addSp delSp modSp add mod ord setBg">
        <pc:chgData name="Júlia Santos" userId="f270c9d3257ebf06" providerId="LiveId" clId="{45A415B0-7155-4262-A110-6DF9AE6A802A}" dt="2026-05-12T15:47:02.047" v="766" actId="1076"/>
        <pc:sldMkLst>
          <pc:docMk/>
          <pc:sldMk cId="4222051746" sldId="294"/>
        </pc:sldMkLst>
        <pc:spChg chg="add mod">
          <ac:chgData name="Júlia Santos" userId="f270c9d3257ebf06" providerId="LiveId" clId="{45A415B0-7155-4262-A110-6DF9AE6A802A}" dt="2026-05-12T15:30:20.115" v="643" actId="1076"/>
          <ac:spMkLst>
            <pc:docMk/>
            <pc:sldMk cId="4222051746" sldId="294"/>
            <ac:spMk id="2" creationId="{73C9192A-955F-1379-A350-6C4C169F0A59}"/>
          </ac:spMkLst>
        </pc:spChg>
        <pc:spChg chg="add mod">
          <ac:chgData name="Júlia Santos" userId="f270c9d3257ebf06" providerId="LiveId" clId="{45A415B0-7155-4262-A110-6DF9AE6A802A}" dt="2026-05-12T15:29:19.293" v="636" actId="1076"/>
          <ac:spMkLst>
            <pc:docMk/>
            <pc:sldMk cId="4222051746" sldId="294"/>
            <ac:spMk id="3" creationId="{C13D3FC9-3905-D406-37FC-17A0C5FAEEFE}"/>
          </ac:spMkLst>
        </pc:spChg>
        <pc:spChg chg="add mod">
          <ac:chgData name="Júlia Santos" userId="f270c9d3257ebf06" providerId="LiveId" clId="{45A415B0-7155-4262-A110-6DF9AE6A802A}" dt="2026-05-12T15:30:20.115" v="643" actId="1076"/>
          <ac:spMkLst>
            <pc:docMk/>
            <pc:sldMk cId="4222051746" sldId="294"/>
            <ac:spMk id="4" creationId="{E5F0D000-E632-B6C9-197F-0FF2B79ED919}"/>
          </ac:spMkLst>
        </pc:spChg>
        <pc:spChg chg="add mod">
          <ac:chgData name="Júlia Santos" userId="f270c9d3257ebf06" providerId="LiveId" clId="{45A415B0-7155-4262-A110-6DF9AE6A802A}" dt="2026-05-12T15:30:20.115" v="643" actId="1076"/>
          <ac:spMkLst>
            <pc:docMk/>
            <pc:sldMk cId="4222051746" sldId="294"/>
            <ac:spMk id="5" creationId="{29099417-11F7-48FF-2871-D3CD89159677}"/>
          </ac:spMkLst>
        </pc:spChg>
        <pc:spChg chg="add mod">
          <ac:chgData name="Júlia Santos" userId="f270c9d3257ebf06" providerId="LiveId" clId="{45A415B0-7155-4262-A110-6DF9AE6A802A}" dt="2026-05-12T15:28:24.298" v="628" actId="1076"/>
          <ac:spMkLst>
            <pc:docMk/>
            <pc:sldMk cId="4222051746" sldId="294"/>
            <ac:spMk id="6" creationId="{4DF967AE-2242-BF0A-736B-3E772E9A97A1}"/>
          </ac:spMkLst>
        </pc:spChg>
        <pc:spChg chg="add mod">
          <ac:chgData name="Júlia Santos" userId="f270c9d3257ebf06" providerId="LiveId" clId="{45A415B0-7155-4262-A110-6DF9AE6A802A}" dt="2026-05-12T15:30:20.115" v="643" actId="1076"/>
          <ac:spMkLst>
            <pc:docMk/>
            <pc:sldMk cId="4222051746" sldId="294"/>
            <ac:spMk id="7" creationId="{59956B6A-58C1-FC2E-ADE6-019BAD253A76}"/>
          </ac:spMkLst>
        </pc:spChg>
        <pc:spChg chg="add mod">
          <ac:chgData name="Júlia Santos" userId="f270c9d3257ebf06" providerId="LiveId" clId="{45A415B0-7155-4262-A110-6DF9AE6A802A}" dt="2026-05-12T15:46:15.360" v="758" actId="207"/>
          <ac:spMkLst>
            <pc:docMk/>
            <pc:sldMk cId="4222051746" sldId="294"/>
            <ac:spMk id="8" creationId="{BE9C8946-3FDA-6488-B4E3-AD6F7E86BD84}"/>
          </ac:spMkLst>
        </pc:spChg>
        <pc:spChg chg="add del mod">
          <ac:chgData name="Júlia Santos" userId="f270c9d3257ebf06" providerId="LiveId" clId="{45A415B0-7155-4262-A110-6DF9AE6A802A}" dt="2026-05-12T15:26:20.632" v="605" actId="478"/>
          <ac:spMkLst>
            <pc:docMk/>
            <pc:sldMk cId="4222051746" sldId="294"/>
            <ac:spMk id="9" creationId="{DB38907D-5772-4AC2-936C-561C0F769320}"/>
          </ac:spMkLst>
        </pc:spChg>
        <pc:spChg chg="add mod">
          <ac:chgData name="Júlia Santos" userId="f270c9d3257ebf06" providerId="LiveId" clId="{45A415B0-7155-4262-A110-6DF9AE6A802A}" dt="2026-05-12T15:46:23.977" v="759" actId="207"/>
          <ac:spMkLst>
            <pc:docMk/>
            <pc:sldMk cId="4222051746" sldId="294"/>
            <ac:spMk id="10" creationId="{3CE08500-8A81-B711-BA92-82D824CBA3F4}"/>
          </ac:spMkLst>
        </pc:spChg>
        <pc:spChg chg="add mod">
          <ac:chgData name="Júlia Santos" userId="f270c9d3257ebf06" providerId="LiveId" clId="{45A415B0-7155-4262-A110-6DF9AE6A802A}" dt="2026-05-12T15:46:32.149" v="760" actId="207"/>
          <ac:spMkLst>
            <pc:docMk/>
            <pc:sldMk cId="4222051746" sldId="294"/>
            <ac:spMk id="11" creationId="{A0B56136-0165-46F8-DC8F-840CE05635E1}"/>
          </ac:spMkLst>
        </pc:spChg>
        <pc:spChg chg="mod">
          <ac:chgData name="Júlia Santos" userId="f270c9d3257ebf06" providerId="LiveId" clId="{45A415B0-7155-4262-A110-6DF9AE6A802A}" dt="2026-05-12T15:30:20.115" v="643" actId="1076"/>
          <ac:spMkLst>
            <pc:docMk/>
            <pc:sldMk cId="4222051746" sldId="294"/>
            <ac:spMk id="12" creationId="{BA141B6C-269E-B1AB-A684-14EA271A8968}"/>
          </ac:spMkLst>
        </pc:spChg>
        <pc:spChg chg="add mod">
          <ac:chgData name="Júlia Santos" userId="f270c9d3257ebf06" providerId="LiveId" clId="{45A415B0-7155-4262-A110-6DF9AE6A802A}" dt="2026-05-12T15:46:36.372" v="761" actId="207"/>
          <ac:spMkLst>
            <pc:docMk/>
            <pc:sldMk cId="4222051746" sldId="294"/>
            <ac:spMk id="13" creationId="{6B09FD75-CBF1-F1BD-1872-B866BEE1747A}"/>
          </ac:spMkLst>
        </pc:spChg>
        <pc:spChg chg="add mod">
          <ac:chgData name="Júlia Santos" userId="f270c9d3257ebf06" providerId="LiveId" clId="{45A415B0-7155-4262-A110-6DF9AE6A802A}" dt="2026-05-12T15:46:40.388" v="762" actId="207"/>
          <ac:spMkLst>
            <pc:docMk/>
            <pc:sldMk cId="4222051746" sldId="294"/>
            <ac:spMk id="14" creationId="{CF76EF60-CCB3-D8FA-51CB-762D2473D59B}"/>
          </ac:spMkLst>
        </pc:spChg>
        <pc:spChg chg="add del mod">
          <ac:chgData name="Júlia Santos" userId="f270c9d3257ebf06" providerId="LiveId" clId="{45A415B0-7155-4262-A110-6DF9AE6A802A}" dt="2026-05-12T15:30:12.344" v="642" actId="478"/>
          <ac:spMkLst>
            <pc:docMk/>
            <pc:sldMk cId="4222051746" sldId="294"/>
            <ac:spMk id="15" creationId="{4DB46AC8-FAE5-3727-A801-DC2563EF7AE1}"/>
          </ac:spMkLst>
        </pc:spChg>
        <pc:spChg chg="add mod">
          <ac:chgData name="Júlia Santos" userId="f270c9d3257ebf06" providerId="LiveId" clId="{45A415B0-7155-4262-A110-6DF9AE6A802A}" dt="2026-05-12T15:46:45.508" v="763" actId="207"/>
          <ac:spMkLst>
            <pc:docMk/>
            <pc:sldMk cId="4222051746" sldId="294"/>
            <ac:spMk id="16" creationId="{E64B395E-C200-807B-6379-9B25A49DD8C4}"/>
          </ac:spMkLst>
        </pc:spChg>
        <pc:spChg chg="add mod">
          <ac:chgData name="Júlia Santos" userId="f270c9d3257ebf06" providerId="LiveId" clId="{45A415B0-7155-4262-A110-6DF9AE6A802A}" dt="2026-05-12T15:47:02.047" v="766" actId="1076"/>
          <ac:spMkLst>
            <pc:docMk/>
            <pc:sldMk cId="4222051746" sldId="294"/>
            <ac:spMk id="17" creationId="{B62C99D2-9153-498C-974B-71DC2E5A5F4C}"/>
          </ac:spMkLst>
        </pc:spChg>
        <pc:spChg chg="add mod">
          <ac:chgData name="Júlia Santos" userId="f270c9d3257ebf06" providerId="LiveId" clId="{45A415B0-7155-4262-A110-6DF9AE6A802A}" dt="2026-05-12T15:31:41.775" v="664" actId="20577"/>
          <ac:spMkLst>
            <pc:docMk/>
            <pc:sldMk cId="4222051746" sldId="294"/>
            <ac:spMk id="18" creationId="{81ACF01C-807E-7A83-81D6-8FE316561E35}"/>
          </ac:spMkLst>
        </pc:spChg>
        <pc:spChg chg="add mod">
          <ac:chgData name="Júlia Santos" userId="f270c9d3257ebf06" providerId="LiveId" clId="{45A415B0-7155-4262-A110-6DF9AE6A802A}" dt="2026-05-12T15:32:11.942" v="672"/>
          <ac:spMkLst>
            <pc:docMk/>
            <pc:sldMk cId="4222051746" sldId="294"/>
            <ac:spMk id="19" creationId="{63F7B369-E777-9483-ACEA-E4E99F8F6E37}"/>
          </ac:spMkLst>
        </pc:spChg>
        <pc:spChg chg="add mod">
          <ac:chgData name="Júlia Santos" userId="f270c9d3257ebf06" providerId="LiveId" clId="{45A415B0-7155-4262-A110-6DF9AE6A802A}" dt="2026-05-12T15:32:56.930" v="680"/>
          <ac:spMkLst>
            <pc:docMk/>
            <pc:sldMk cId="4222051746" sldId="294"/>
            <ac:spMk id="20" creationId="{B8FE59E8-157A-0189-7BD2-3BD16D6F3B65}"/>
          </ac:spMkLst>
        </pc:spChg>
        <pc:spChg chg="add mod">
          <ac:chgData name="Júlia Santos" userId="f270c9d3257ebf06" providerId="LiveId" clId="{45A415B0-7155-4262-A110-6DF9AE6A802A}" dt="2026-05-12T15:33:35.579" v="697" actId="20577"/>
          <ac:spMkLst>
            <pc:docMk/>
            <pc:sldMk cId="4222051746" sldId="294"/>
            <ac:spMk id="21" creationId="{0CED4420-88EC-9095-CD30-9708918D75EA}"/>
          </ac:spMkLst>
        </pc:spChg>
        <pc:spChg chg="add mod">
          <ac:chgData name="Júlia Santos" userId="f270c9d3257ebf06" providerId="LiveId" clId="{45A415B0-7155-4262-A110-6DF9AE6A802A}" dt="2026-05-12T15:34:20.916" v="701" actId="1076"/>
          <ac:spMkLst>
            <pc:docMk/>
            <pc:sldMk cId="4222051746" sldId="294"/>
            <ac:spMk id="22" creationId="{40EE248F-E73A-310F-0765-B1BCB228A9D2}"/>
          </ac:spMkLst>
        </pc:spChg>
        <pc:spChg chg="add mod">
          <ac:chgData name="Júlia Santos" userId="f270c9d3257ebf06" providerId="LiveId" clId="{45A415B0-7155-4262-A110-6DF9AE6A802A}" dt="2026-05-12T15:35:02.513" v="711" actId="20577"/>
          <ac:spMkLst>
            <pc:docMk/>
            <pc:sldMk cId="4222051746" sldId="294"/>
            <ac:spMk id="23" creationId="{E95924D1-2C4D-D611-3E83-ECE1469452FD}"/>
          </ac:spMkLst>
        </pc:spChg>
        <pc:spChg chg="add mod">
          <ac:chgData name="Júlia Santos" userId="f270c9d3257ebf06" providerId="LiveId" clId="{45A415B0-7155-4262-A110-6DF9AE6A802A}" dt="2026-05-12T15:35:56.093" v="719"/>
          <ac:spMkLst>
            <pc:docMk/>
            <pc:sldMk cId="4222051746" sldId="294"/>
            <ac:spMk id="24" creationId="{12AD8E09-A6E6-E827-91CC-C7B064C2EF4F}"/>
          </ac:spMkLst>
        </pc:spChg>
        <pc:spChg chg="mod">
          <ac:chgData name="Júlia Santos" userId="f270c9d3257ebf06" providerId="LiveId" clId="{45A415B0-7155-4262-A110-6DF9AE6A802A}" dt="2026-05-12T15:30:20.115" v="643" actId="1076"/>
          <ac:spMkLst>
            <pc:docMk/>
            <pc:sldMk cId="4222051746" sldId="294"/>
            <ac:spMk id="26" creationId="{E730954F-0162-EAA1-E736-7A90FA813F1F}"/>
          </ac:spMkLst>
        </pc:spChg>
        <pc:cxnChg chg="add del mod">
          <ac:chgData name="Júlia Santos" userId="f270c9d3257ebf06" providerId="LiveId" clId="{45A415B0-7155-4262-A110-6DF9AE6A802A}" dt="2026-05-12T15:37:45.913" v="727" actId="478"/>
          <ac:cxnSpMkLst>
            <pc:docMk/>
            <pc:sldMk cId="4222051746" sldId="294"/>
            <ac:cxnSpMk id="27" creationId="{9141736B-A4CC-310E-8D50-4FCB14D75D38}"/>
          </ac:cxnSpMkLst>
        </pc:cxnChg>
        <pc:cxnChg chg="add mod">
          <ac:chgData name="Júlia Santos" userId="f270c9d3257ebf06" providerId="LiveId" clId="{45A415B0-7155-4262-A110-6DF9AE6A802A}" dt="2026-05-12T15:38:35.981" v="734" actId="14100"/>
          <ac:cxnSpMkLst>
            <pc:docMk/>
            <pc:sldMk cId="4222051746" sldId="294"/>
            <ac:cxnSpMk id="32" creationId="{6BB47D8A-E41F-E395-6984-1055469D27ED}"/>
          </ac:cxnSpMkLst>
        </pc:cxnChg>
        <pc:cxnChg chg="add mod">
          <ac:chgData name="Júlia Santos" userId="f270c9d3257ebf06" providerId="LiveId" clId="{45A415B0-7155-4262-A110-6DF9AE6A802A}" dt="2026-05-12T15:38:44.216" v="736" actId="1076"/>
          <ac:cxnSpMkLst>
            <pc:docMk/>
            <pc:sldMk cId="4222051746" sldId="294"/>
            <ac:cxnSpMk id="37" creationId="{0E57F57C-6947-AC70-20E0-4287418F0E84}"/>
          </ac:cxnSpMkLst>
        </pc:cxnChg>
        <pc:cxnChg chg="add mod">
          <ac:chgData name="Júlia Santos" userId="f270c9d3257ebf06" providerId="LiveId" clId="{45A415B0-7155-4262-A110-6DF9AE6A802A}" dt="2026-05-12T15:38:55.926" v="738" actId="1076"/>
          <ac:cxnSpMkLst>
            <pc:docMk/>
            <pc:sldMk cId="4222051746" sldId="294"/>
            <ac:cxnSpMk id="38" creationId="{2809FA1D-F167-B4DC-24AD-3C633778D2DD}"/>
          </ac:cxnSpMkLst>
        </pc:cxnChg>
        <pc:cxnChg chg="add mod">
          <ac:chgData name="Júlia Santos" userId="f270c9d3257ebf06" providerId="LiveId" clId="{45A415B0-7155-4262-A110-6DF9AE6A802A}" dt="2026-05-12T15:39:12.703" v="740" actId="1076"/>
          <ac:cxnSpMkLst>
            <pc:docMk/>
            <pc:sldMk cId="4222051746" sldId="294"/>
            <ac:cxnSpMk id="39" creationId="{38D63A42-B99C-DFAD-F646-C20363F9D812}"/>
          </ac:cxnSpMkLst>
        </pc:cxnChg>
      </pc:sldChg>
      <pc:sldChg chg="addSp modSp add mod">
        <pc:chgData name="Júlia Santos" userId="f270c9d3257ebf06" providerId="LiveId" clId="{45A415B0-7155-4262-A110-6DF9AE6A802A}" dt="2026-05-12T15:40:17.035" v="743" actId="123"/>
        <pc:sldMkLst>
          <pc:docMk/>
          <pc:sldMk cId="447944031" sldId="295"/>
        </pc:sldMkLst>
        <pc:spChg chg="add mod">
          <ac:chgData name="Júlia Santos" userId="f270c9d3257ebf06" providerId="LiveId" clId="{45A415B0-7155-4262-A110-6DF9AE6A802A}" dt="2026-05-12T15:40:17.035" v="743" actId="123"/>
          <ac:spMkLst>
            <pc:docMk/>
            <pc:sldMk cId="447944031" sldId="295"/>
            <ac:spMk id="2" creationId="{702C2BD7-1C18-7DEE-8A48-1B2D1F9DF9DD}"/>
          </ac:spMkLst>
        </pc:spChg>
        <pc:spChg chg="mod">
          <ac:chgData name="Júlia Santos" userId="f270c9d3257ebf06" providerId="LiveId" clId="{45A415B0-7155-4262-A110-6DF9AE6A802A}" dt="2026-05-12T15:02:38.481" v="308" actId="20577"/>
          <ac:spMkLst>
            <pc:docMk/>
            <pc:sldMk cId="447944031" sldId="295"/>
            <ac:spMk id="12" creationId="{464AACC5-5F7A-038D-85F2-0EA697426BA1}"/>
          </ac:spMkLst>
        </pc:spChg>
        <pc:spChg chg="mod">
          <ac:chgData name="Júlia Santos" userId="f270c9d3257ebf06" providerId="LiveId" clId="{45A415B0-7155-4262-A110-6DF9AE6A802A}" dt="2026-05-12T15:40:09.740" v="742" actId="123"/>
          <ac:spMkLst>
            <pc:docMk/>
            <pc:sldMk cId="447944031" sldId="295"/>
            <ac:spMk id="26" creationId="{E63D9E17-16C1-7331-645E-E907EB11B92C}"/>
          </ac:spMkLst>
        </pc:spChg>
      </pc:sldChg>
      <pc:sldChg chg="addSp delSp modSp add mod">
        <pc:chgData name="Júlia Santos" userId="f270c9d3257ebf06" providerId="LiveId" clId="{45A415B0-7155-4262-A110-6DF9AE6A802A}" dt="2026-05-12T15:12:11.604" v="405" actId="1076"/>
        <pc:sldMkLst>
          <pc:docMk/>
          <pc:sldMk cId="2466513605" sldId="296"/>
        </pc:sldMkLst>
        <pc:spChg chg="mod">
          <ac:chgData name="Júlia Santos" userId="f270c9d3257ebf06" providerId="LiveId" clId="{45A415B0-7155-4262-A110-6DF9AE6A802A}" dt="2026-05-12T15:12:11.604" v="405" actId="1076"/>
          <ac:spMkLst>
            <pc:docMk/>
            <pc:sldMk cId="2466513605" sldId="296"/>
            <ac:spMk id="12" creationId="{CBC813E6-4F6C-7DCF-6085-E7DC24FC7B40}"/>
          </ac:spMkLst>
        </pc:spChg>
        <pc:spChg chg="del">
          <ac:chgData name="Júlia Santos" userId="f270c9d3257ebf06" providerId="LiveId" clId="{45A415B0-7155-4262-A110-6DF9AE6A802A}" dt="2026-05-12T15:08:31.687" v="366" actId="478"/>
          <ac:spMkLst>
            <pc:docMk/>
            <pc:sldMk cId="2466513605" sldId="296"/>
            <ac:spMk id="26" creationId="{8195A47B-9CD0-373D-9766-BEC5466311D7}"/>
          </ac:spMkLst>
        </pc:spChg>
        <pc:picChg chg="add del mod">
          <ac:chgData name="Júlia Santos" userId="f270c9d3257ebf06" providerId="LiveId" clId="{45A415B0-7155-4262-A110-6DF9AE6A802A}" dt="2026-05-12T15:11:33.177" v="400" actId="478"/>
          <ac:picMkLst>
            <pc:docMk/>
            <pc:sldMk cId="2466513605" sldId="296"/>
            <ac:picMk id="3" creationId="{94CCB74B-3FF7-99A2-0E0B-51A0951262F4}"/>
          </ac:picMkLst>
        </pc:picChg>
      </pc:sldChg>
      <pc:sldChg chg="addSp delSp modSp add mod">
        <pc:chgData name="Júlia Santos" userId="f270c9d3257ebf06" providerId="LiveId" clId="{45A415B0-7155-4262-A110-6DF9AE6A802A}" dt="2026-05-12T15:45:56.067" v="757" actId="1076"/>
        <pc:sldMkLst>
          <pc:docMk/>
          <pc:sldMk cId="4248488440" sldId="297"/>
        </pc:sldMkLst>
        <pc:spChg chg="mod">
          <ac:chgData name="Júlia Santos" userId="f270c9d3257ebf06" providerId="LiveId" clId="{45A415B0-7155-4262-A110-6DF9AE6A802A}" dt="2026-05-12T15:45:56.067" v="757" actId="1076"/>
          <ac:spMkLst>
            <pc:docMk/>
            <pc:sldMk cId="4248488440" sldId="297"/>
            <ac:spMk id="12" creationId="{6F1AB15F-276B-CDF7-9D4B-6BDC3B121F09}"/>
          </ac:spMkLst>
        </pc:spChg>
        <pc:spChg chg="del mod">
          <ac:chgData name="Júlia Santos" userId="f270c9d3257ebf06" providerId="LiveId" clId="{45A415B0-7155-4262-A110-6DF9AE6A802A}" dt="2026-05-12T15:09:39.090" v="377" actId="478"/>
          <ac:spMkLst>
            <pc:docMk/>
            <pc:sldMk cId="4248488440" sldId="297"/>
            <ac:spMk id="26" creationId="{B82BD37C-9E2F-99DF-621C-58D4CCB5197C}"/>
          </ac:spMkLst>
        </pc:spChg>
        <pc:picChg chg="add mod">
          <ac:chgData name="Júlia Santos" userId="f270c9d3257ebf06" providerId="LiveId" clId="{45A415B0-7155-4262-A110-6DF9AE6A802A}" dt="2026-05-12T15:45:40.972" v="756" actId="1076"/>
          <ac:picMkLst>
            <pc:docMk/>
            <pc:sldMk cId="4248488440" sldId="297"/>
            <ac:picMk id="2" creationId="{477D90B8-0316-2CA3-EC0C-8B35A5C46E6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B912DB0-00E4-4D89-BFF0-134B18FF73AE}" type="datetimeFigureOut">
              <a:rPr lang="en-US" smtClean="0"/>
              <a:t>5/12/2026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A859DFA-0D08-4816-A710-187F2D55B84D}" type="slidenum">
              <a:rPr lang="en-US" smtClean="0"/>
              <a:t>‹nº›</a:t>
            </a:fld>
            <a:endParaRPr lang="en-US"/>
          </a:p>
        </p:txBody>
      </p:sp>
    </p:spTree>
    <p:extLst>
      <p:ext uri="{BB962C8B-B14F-4D97-AF65-F5344CB8AC3E}">
        <p14:creationId xmlns:p14="http://schemas.microsoft.com/office/powerpoint/2010/main" val="1135631010"/>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2149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3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9354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Picture Placeholder 5">
            <a:extLst>
              <a:ext uri="{FF2B5EF4-FFF2-40B4-BE49-F238E27FC236}">
                <a16:creationId xmlns:a16="http://schemas.microsoft.com/office/drawing/2014/main" id="{A9E880F6-BA7F-477F-8DD5-732242BFE0DF}"/>
              </a:ext>
            </a:extLst>
          </p:cNvPr>
          <p:cNvSpPr>
            <a:spLocks noGrp="1"/>
          </p:cNvSpPr>
          <p:nvPr>
            <p:ph type="pic" sz="quarter" idx="10"/>
          </p:nvPr>
        </p:nvSpPr>
        <p:spPr>
          <a:xfrm>
            <a:off x="7211566" y="0"/>
            <a:ext cx="4980433" cy="6858000"/>
          </a:xfrm>
          <a:pattFill prst="pct5">
            <a:fgClr>
              <a:schemeClr val="accent1"/>
            </a:fgClr>
            <a:bgClr>
              <a:schemeClr val="bg1"/>
            </a:bgClr>
          </a:pattFill>
        </p:spPr>
        <p:txBody>
          <a:bodyPr>
            <a:normAutofit/>
          </a:bodyPr>
          <a:lstStyle>
            <a:lvl1pPr>
              <a:defRPr sz="20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3169763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8799C3D8-899C-43FD-9130-E3B17BE27D70}"/>
              </a:ext>
            </a:extLst>
          </p:cNvPr>
          <p:cNvSpPr>
            <a:spLocks noGrp="1"/>
          </p:cNvSpPr>
          <p:nvPr>
            <p:ph type="pic" sz="quarter" idx="11"/>
          </p:nvPr>
        </p:nvSpPr>
        <p:spPr>
          <a:xfrm>
            <a:off x="1095792" y="3797040"/>
            <a:ext cx="2060506" cy="1894336"/>
          </a:xfrm>
          <a:pattFill prst="pct5">
            <a:fgClr>
              <a:schemeClr val="accent1"/>
            </a:fgClr>
            <a:bgClr>
              <a:schemeClr val="bg1"/>
            </a:bgClr>
          </a:pattFill>
        </p:spPr>
        <p:txBody>
          <a:bodyPr>
            <a:normAutofit/>
          </a:bodyPr>
          <a:lstStyle>
            <a:lvl1pPr>
              <a:defRPr sz="2000">
                <a:latin typeface="Arial" panose="020B0604020202020204" pitchFamily="34" charset="0"/>
                <a:cs typeface="Arial" panose="020B0604020202020204" pitchFamily="34" charset="0"/>
              </a:defRPr>
            </a:lvl1pPr>
          </a:lstStyle>
          <a:p>
            <a:endParaRPr lang="en-US"/>
          </a:p>
        </p:txBody>
      </p:sp>
      <p:sp>
        <p:nvSpPr>
          <p:cNvPr id="2" name="Picture Placeholder 5">
            <a:extLst>
              <a:ext uri="{FF2B5EF4-FFF2-40B4-BE49-F238E27FC236}">
                <a16:creationId xmlns:a16="http://schemas.microsoft.com/office/drawing/2014/main" id="{4879D7DC-9CF8-40D6-AAD7-3AF2A97D1D0A}"/>
              </a:ext>
            </a:extLst>
          </p:cNvPr>
          <p:cNvSpPr>
            <a:spLocks noGrp="1"/>
          </p:cNvSpPr>
          <p:nvPr>
            <p:ph type="pic" sz="quarter" idx="10"/>
          </p:nvPr>
        </p:nvSpPr>
        <p:spPr>
          <a:xfrm>
            <a:off x="7382214" y="1134533"/>
            <a:ext cx="3675253" cy="4528296"/>
          </a:xfrm>
          <a:pattFill prst="pct5">
            <a:fgClr>
              <a:schemeClr val="accent1"/>
            </a:fgClr>
            <a:bgClr>
              <a:schemeClr val="bg1"/>
            </a:bgClr>
          </a:pattFill>
        </p:spPr>
        <p:txBody>
          <a:bodyPr>
            <a:normAutofit/>
          </a:bodyPr>
          <a:lstStyle>
            <a:lvl1pPr>
              <a:defRPr sz="2000">
                <a:latin typeface="Arial" panose="020B0604020202020204" pitchFamily="34" charset="0"/>
                <a:cs typeface="Arial" panose="020B0604020202020204" pitchFamily="34" charset="0"/>
              </a:defRPr>
            </a:lvl1pPr>
          </a:lstStyle>
          <a:p>
            <a:endParaRPr lang="en-US"/>
          </a:p>
        </p:txBody>
      </p:sp>
      <p:sp>
        <p:nvSpPr>
          <p:cNvPr id="4" name="Rectangle 3">
            <a:extLst>
              <a:ext uri="{FF2B5EF4-FFF2-40B4-BE49-F238E27FC236}">
                <a16:creationId xmlns:a16="http://schemas.microsoft.com/office/drawing/2014/main" id="{0F871307-2935-414E-B34F-1ED48A1B3BD7}"/>
              </a:ext>
            </a:extLst>
          </p:cNvPr>
          <p:cNvSpPr/>
          <p:nvPr userDrawn="1"/>
        </p:nvSpPr>
        <p:spPr>
          <a:xfrm>
            <a:off x="1115568" y="5925312"/>
            <a:ext cx="4980432" cy="932688"/>
          </a:xfrm>
          <a:prstGeom prst="rect">
            <a:avLst/>
          </a:prstGeom>
          <a:solidFill>
            <a:srgbClr val="001F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FD4BC2F-513A-47BD-8E03-16BFFD32E92D}"/>
              </a:ext>
            </a:extLst>
          </p:cNvPr>
          <p:cNvSpPr/>
          <p:nvPr userDrawn="1"/>
        </p:nvSpPr>
        <p:spPr>
          <a:xfrm>
            <a:off x="6095999" y="5925312"/>
            <a:ext cx="4683369" cy="932688"/>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56450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Picture Placeholder 5">
            <a:extLst>
              <a:ext uri="{FF2B5EF4-FFF2-40B4-BE49-F238E27FC236}">
                <a16:creationId xmlns:a16="http://schemas.microsoft.com/office/drawing/2014/main" id="{C3A6DF55-E4C2-4CEA-9224-20A3681E1EEE}"/>
              </a:ext>
            </a:extLst>
          </p:cNvPr>
          <p:cNvSpPr>
            <a:spLocks noGrp="1"/>
          </p:cNvSpPr>
          <p:nvPr>
            <p:ph type="pic" sz="quarter" idx="11"/>
          </p:nvPr>
        </p:nvSpPr>
        <p:spPr>
          <a:xfrm>
            <a:off x="946414" y="1195171"/>
            <a:ext cx="3713994" cy="4467658"/>
          </a:xfrm>
          <a:pattFill prst="pct5">
            <a:fgClr>
              <a:schemeClr val="accent1"/>
            </a:fgClr>
            <a:bgClr>
              <a:schemeClr val="bg1"/>
            </a:bgClr>
          </a:pattFill>
        </p:spPr>
        <p:txBody>
          <a:bodyPr>
            <a:normAutofit/>
          </a:bodyPr>
          <a:lstStyle>
            <a:lvl1pPr>
              <a:defRPr sz="20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22616638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Picture Placeholder 5">
            <a:extLst>
              <a:ext uri="{FF2B5EF4-FFF2-40B4-BE49-F238E27FC236}">
                <a16:creationId xmlns:a16="http://schemas.microsoft.com/office/drawing/2014/main" id="{4879D7DC-9CF8-40D6-AAD7-3AF2A97D1D0A}"/>
              </a:ext>
            </a:extLst>
          </p:cNvPr>
          <p:cNvSpPr>
            <a:spLocks noGrp="1"/>
          </p:cNvSpPr>
          <p:nvPr>
            <p:ph type="pic" sz="quarter" idx="10"/>
          </p:nvPr>
        </p:nvSpPr>
        <p:spPr>
          <a:xfrm>
            <a:off x="0" y="0"/>
            <a:ext cx="6096000" cy="6858000"/>
          </a:xfrm>
          <a:pattFill prst="pct5">
            <a:fgClr>
              <a:schemeClr val="accent1"/>
            </a:fgClr>
            <a:bgClr>
              <a:schemeClr val="bg1"/>
            </a:bgClr>
          </a:pattFill>
        </p:spPr>
        <p:txBody>
          <a:bodyPr>
            <a:normAutofit/>
          </a:bodyPr>
          <a:lstStyle>
            <a:lvl1pPr>
              <a:defRPr sz="20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5379647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Picture Placeholder 5">
            <a:extLst>
              <a:ext uri="{FF2B5EF4-FFF2-40B4-BE49-F238E27FC236}">
                <a16:creationId xmlns:a16="http://schemas.microsoft.com/office/drawing/2014/main" id="{4879D7DC-9CF8-40D6-AAD7-3AF2A97D1D0A}"/>
              </a:ext>
            </a:extLst>
          </p:cNvPr>
          <p:cNvSpPr>
            <a:spLocks noGrp="1"/>
          </p:cNvSpPr>
          <p:nvPr>
            <p:ph type="pic" sz="quarter" idx="10"/>
          </p:nvPr>
        </p:nvSpPr>
        <p:spPr>
          <a:xfrm>
            <a:off x="6705600" y="4007644"/>
            <a:ext cx="5067300" cy="2850356"/>
          </a:xfrm>
          <a:pattFill prst="pct5">
            <a:fgClr>
              <a:schemeClr val="accent1"/>
            </a:fgClr>
            <a:bgClr>
              <a:schemeClr val="bg1"/>
            </a:bgClr>
          </a:pattFill>
        </p:spPr>
        <p:txBody>
          <a:bodyPr>
            <a:normAutofit/>
          </a:bodyPr>
          <a:lstStyle>
            <a:lvl1pPr>
              <a:defRPr sz="2000">
                <a:latin typeface="Arial" panose="020B0604020202020204" pitchFamily="34" charset="0"/>
                <a:cs typeface="Arial" panose="020B0604020202020204" pitchFamily="34" charset="0"/>
              </a:defRPr>
            </a:lvl1pPr>
          </a:lstStyle>
          <a:p>
            <a:endParaRPr lang="en-US"/>
          </a:p>
        </p:txBody>
      </p:sp>
      <p:sp>
        <p:nvSpPr>
          <p:cNvPr id="5" name="Rectangle 4">
            <a:extLst>
              <a:ext uri="{FF2B5EF4-FFF2-40B4-BE49-F238E27FC236}">
                <a16:creationId xmlns:a16="http://schemas.microsoft.com/office/drawing/2014/main" id="{60CF19B0-6AB4-4E64-86DC-86C176AC584E}"/>
              </a:ext>
            </a:extLst>
          </p:cNvPr>
          <p:cNvSpPr/>
          <p:nvPr userDrawn="1"/>
        </p:nvSpPr>
        <p:spPr>
          <a:xfrm>
            <a:off x="0" y="867966"/>
            <a:ext cx="6248400" cy="5990034"/>
          </a:xfrm>
          <a:prstGeom prst="rect">
            <a:avLst/>
          </a:prstGeom>
          <a:solidFill>
            <a:srgbClr val="001F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5">
            <a:extLst>
              <a:ext uri="{FF2B5EF4-FFF2-40B4-BE49-F238E27FC236}">
                <a16:creationId xmlns:a16="http://schemas.microsoft.com/office/drawing/2014/main" id="{01F2B86C-CD01-4557-96A9-267F0A71E712}"/>
              </a:ext>
            </a:extLst>
          </p:cNvPr>
          <p:cNvSpPr>
            <a:spLocks noGrp="1"/>
          </p:cNvSpPr>
          <p:nvPr>
            <p:ph type="pic" sz="quarter" idx="11"/>
          </p:nvPr>
        </p:nvSpPr>
        <p:spPr>
          <a:xfrm>
            <a:off x="6705600" y="867966"/>
            <a:ext cx="5067300" cy="2850356"/>
          </a:xfrm>
          <a:pattFill prst="pct5">
            <a:fgClr>
              <a:schemeClr val="accent1"/>
            </a:fgClr>
            <a:bgClr>
              <a:schemeClr val="bg1"/>
            </a:bgClr>
          </a:pattFill>
        </p:spPr>
        <p:txBody>
          <a:bodyPr>
            <a:normAutofit/>
          </a:bodyPr>
          <a:lstStyle>
            <a:lvl1pPr>
              <a:defRPr sz="20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4147789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Picture Placeholder 5">
            <a:extLst>
              <a:ext uri="{FF2B5EF4-FFF2-40B4-BE49-F238E27FC236}">
                <a16:creationId xmlns:a16="http://schemas.microsoft.com/office/drawing/2014/main" id="{4879D7DC-9CF8-40D6-AAD7-3AF2A97D1D0A}"/>
              </a:ext>
            </a:extLst>
          </p:cNvPr>
          <p:cNvSpPr>
            <a:spLocks noGrp="1"/>
          </p:cNvSpPr>
          <p:nvPr>
            <p:ph type="pic" sz="quarter" idx="10"/>
          </p:nvPr>
        </p:nvSpPr>
        <p:spPr>
          <a:xfrm>
            <a:off x="631566" y="756218"/>
            <a:ext cx="5892326" cy="5644582"/>
          </a:xfrm>
          <a:pattFill prst="pct5">
            <a:fgClr>
              <a:schemeClr val="accent1"/>
            </a:fgClr>
            <a:bgClr>
              <a:schemeClr val="bg1"/>
            </a:bgClr>
          </a:pattFill>
        </p:spPr>
        <p:txBody>
          <a:bodyPr>
            <a:normAutofit/>
          </a:bodyPr>
          <a:lstStyle>
            <a:lvl1pPr>
              <a:defRPr sz="20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9483347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9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2DF8AFB9-F154-42A8-9441-0FFA858E2BEA}"/>
              </a:ext>
            </a:extLst>
          </p:cNvPr>
          <p:cNvSpPr>
            <a:spLocks noGrp="1"/>
          </p:cNvSpPr>
          <p:nvPr>
            <p:ph type="pic" sz="quarter" idx="11"/>
          </p:nvPr>
        </p:nvSpPr>
        <p:spPr>
          <a:xfrm>
            <a:off x="7793180" y="1226128"/>
            <a:ext cx="3782292" cy="5237018"/>
          </a:xfrm>
          <a:pattFill prst="pct5">
            <a:fgClr>
              <a:schemeClr val="accent1"/>
            </a:fgClr>
            <a:bgClr>
              <a:schemeClr val="bg1"/>
            </a:bgClr>
          </a:pattFill>
        </p:spPr>
        <p:txBody>
          <a:bodyPr>
            <a:normAutofit/>
          </a:bodyPr>
          <a:lstStyle>
            <a:lvl1pPr>
              <a:defRPr sz="2000">
                <a:latin typeface="Arial" panose="020B0604020202020204" pitchFamily="34" charset="0"/>
                <a:cs typeface="Arial" panose="020B0604020202020204" pitchFamily="34" charset="0"/>
              </a:defRPr>
            </a:lvl1pPr>
          </a:lstStyle>
          <a:p>
            <a:endParaRPr lang="en-US"/>
          </a:p>
        </p:txBody>
      </p:sp>
      <p:sp>
        <p:nvSpPr>
          <p:cNvPr id="2" name="Picture Placeholder 5">
            <a:extLst>
              <a:ext uri="{FF2B5EF4-FFF2-40B4-BE49-F238E27FC236}">
                <a16:creationId xmlns:a16="http://schemas.microsoft.com/office/drawing/2014/main" id="{4879D7DC-9CF8-40D6-AAD7-3AF2A97D1D0A}"/>
              </a:ext>
            </a:extLst>
          </p:cNvPr>
          <p:cNvSpPr>
            <a:spLocks noGrp="1"/>
          </p:cNvSpPr>
          <p:nvPr>
            <p:ph type="pic" sz="quarter" idx="10"/>
          </p:nvPr>
        </p:nvSpPr>
        <p:spPr>
          <a:xfrm>
            <a:off x="3602181" y="1226128"/>
            <a:ext cx="3782292" cy="5237018"/>
          </a:xfrm>
          <a:pattFill prst="pct5">
            <a:fgClr>
              <a:schemeClr val="accent1"/>
            </a:fgClr>
            <a:bgClr>
              <a:schemeClr val="bg1"/>
            </a:bgClr>
          </a:pattFill>
        </p:spPr>
        <p:txBody>
          <a:bodyPr>
            <a:normAutofit/>
          </a:bodyPr>
          <a:lstStyle>
            <a:lvl1pPr>
              <a:defRPr sz="20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39327298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Picture Placeholder 5">
            <a:extLst>
              <a:ext uri="{FF2B5EF4-FFF2-40B4-BE49-F238E27FC236}">
                <a16:creationId xmlns:a16="http://schemas.microsoft.com/office/drawing/2014/main" id="{01593E7F-801E-4C9E-8928-AAEDC44F0020}"/>
              </a:ext>
            </a:extLst>
          </p:cNvPr>
          <p:cNvSpPr>
            <a:spLocks noGrp="1"/>
          </p:cNvSpPr>
          <p:nvPr>
            <p:ph type="pic" sz="quarter" idx="10"/>
          </p:nvPr>
        </p:nvSpPr>
        <p:spPr>
          <a:xfrm>
            <a:off x="6096001" y="0"/>
            <a:ext cx="6096000" cy="6858000"/>
          </a:xfrm>
          <a:pattFill prst="pct5">
            <a:fgClr>
              <a:schemeClr val="accent1"/>
            </a:fgClr>
            <a:bgClr>
              <a:schemeClr val="bg1"/>
            </a:bgClr>
          </a:pattFill>
        </p:spPr>
        <p:txBody>
          <a:bodyPr>
            <a:normAutofit/>
          </a:bodyPr>
          <a:lstStyle>
            <a:lvl1pPr>
              <a:defRPr sz="20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25830077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Picture Placeholder 5">
            <a:extLst>
              <a:ext uri="{FF2B5EF4-FFF2-40B4-BE49-F238E27FC236}">
                <a16:creationId xmlns:a16="http://schemas.microsoft.com/office/drawing/2014/main" id="{4879D7DC-9CF8-40D6-AAD7-3AF2A97D1D0A}"/>
              </a:ext>
            </a:extLst>
          </p:cNvPr>
          <p:cNvSpPr>
            <a:spLocks noGrp="1"/>
          </p:cNvSpPr>
          <p:nvPr>
            <p:ph type="pic" sz="quarter" idx="10"/>
          </p:nvPr>
        </p:nvSpPr>
        <p:spPr>
          <a:xfrm>
            <a:off x="476250" y="952500"/>
            <a:ext cx="4642601" cy="5543550"/>
          </a:xfrm>
          <a:pattFill prst="pct5">
            <a:fgClr>
              <a:schemeClr val="accent1"/>
            </a:fgClr>
            <a:bgClr>
              <a:schemeClr val="bg1"/>
            </a:bgClr>
          </a:pattFill>
        </p:spPr>
        <p:txBody>
          <a:bodyPr>
            <a:normAutofit/>
          </a:bodyPr>
          <a:lstStyle>
            <a:lvl1pPr>
              <a:defRPr sz="2000">
                <a:latin typeface="Arial" panose="020B0604020202020204" pitchFamily="34" charset="0"/>
                <a:cs typeface="Arial" panose="020B0604020202020204" pitchFamily="34" charset="0"/>
              </a:defRPr>
            </a:lvl1pPr>
          </a:lstStyle>
          <a:p>
            <a:endParaRPr lang="en-US"/>
          </a:p>
        </p:txBody>
      </p:sp>
      <p:sp>
        <p:nvSpPr>
          <p:cNvPr id="9" name="Rectangle 8">
            <a:extLst>
              <a:ext uri="{FF2B5EF4-FFF2-40B4-BE49-F238E27FC236}">
                <a16:creationId xmlns:a16="http://schemas.microsoft.com/office/drawing/2014/main" id="{8B6CE1FD-C089-40B2-A0F7-02570D83A6EF}"/>
              </a:ext>
            </a:extLst>
          </p:cNvPr>
          <p:cNvSpPr/>
          <p:nvPr userDrawn="1"/>
        </p:nvSpPr>
        <p:spPr>
          <a:xfrm>
            <a:off x="5582824" y="5791200"/>
            <a:ext cx="6099059" cy="704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257987" y="203737"/>
            <a:ext cx="1387782" cy="277066"/>
          </a:xfrm>
          <a:prstGeom prst="rect">
            <a:avLst/>
          </a:prstGeom>
        </p:spPr>
      </p:pic>
    </p:spTree>
    <p:extLst>
      <p:ext uri="{BB962C8B-B14F-4D97-AF65-F5344CB8AC3E}">
        <p14:creationId xmlns:p14="http://schemas.microsoft.com/office/powerpoint/2010/main" val="24404270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Picture Placeholder 5">
            <a:extLst>
              <a:ext uri="{FF2B5EF4-FFF2-40B4-BE49-F238E27FC236}">
                <a16:creationId xmlns:a16="http://schemas.microsoft.com/office/drawing/2014/main" id="{20006029-D8AF-423C-91CC-5AE51183665E}"/>
              </a:ext>
            </a:extLst>
          </p:cNvPr>
          <p:cNvSpPr>
            <a:spLocks noGrp="1"/>
          </p:cNvSpPr>
          <p:nvPr>
            <p:ph type="pic" sz="quarter" idx="11"/>
          </p:nvPr>
        </p:nvSpPr>
        <p:spPr>
          <a:xfrm>
            <a:off x="4546785" y="2078178"/>
            <a:ext cx="3141122" cy="4239492"/>
          </a:xfrm>
          <a:pattFill prst="pct5">
            <a:fgClr>
              <a:schemeClr val="accent1"/>
            </a:fgClr>
            <a:bgClr>
              <a:schemeClr val="bg1"/>
            </a:bgClr>
          </a:pattFill>
        </p:spPr>
        <p:txBody>
          <a:bodyPr>
            <a:normAutofit/>
          </a:bodyPr>
          <a:lstStyle>
            <a:lvl1pPr>
              <a:defRPr sz="2000">
                <a:latin typeface="Arial" panose="020B0604020202020204" pitchFamily="34" charset="0"/>
                <a:cs typeface="Arial" panose="020B0604020202020204" pitchFamily="34" charset="0"/>
              </a:defRPr>
            </a:lvl1pPr>
          </a:lstStyle>
          <a:p>
            <a:endParaRPr lang="en-US"/>
          </a:p>
        </p:txBody>
      </p:sp>
      <p:sp>
        <p:nvSpPr>
          <p:cNvPr id="13" name="Picture Placeholder 5">
            <a:extLst>
              <a:ext uri="{FF2B5EF4-FFF2-40B4-BE49-F238E27FC236}">
                <a16:creationId xmlns:a16="http://schemas.microsoft.com/office/drawing/2014/main" id="{50906901-679C-4DB6-AF5C-E54AACC56F06}"/>
              </a:ext>
            </a:extLst>
          </p:cNvPr>
          <p:cNvSpPr>
            <a:spLocks noGrp="1"/>
          </p:cNvSpPr>
          <p:nvPr>
            <p:ph type="pic" sz="quarter" idx="12"/>
          </p:nvPr>
        </p:nvSpPr>
        <p:spPr>
          <a:xfrm>
            <a:off x="7992707" y="2078177"/>
            <a:ext cx="3141122" cy="4239492"/>
          </a:xfrm>
          <a:pattFill prst="pct5">
            <a:fgClr>
              <a:schemeClr val="accent1"/>
            </a:fgClr>
            <a:bgClr>
              <a:schemeClr val="bg1"/>
            </a:bgClr>
          </a:pattFill>
        </p:spPr>
        <p:txBody>
          <a:bodyPr>
            <a:normAutofit/>
          </a:bodyPr>
          <a:lstStyle>
            <a:lvl1pPr>
              <a:defRPr sz="2000">
                <a:latin typeface="Arial" panose="020B0604020202020204" pitchFamily="34" charset="0"/>
                <a:cs typeface="Arial" panose="020B0604020202020204" pitchFamily="34" charset="0"/>
              </a:defRPr>
            </a:lvl1pPr>
          </a:lstStyle>
          <a:p>
            <a:endParaRPr lang="en-US"/>
          </a:p>
        </p:txBody>
      </p:sp>
      <p:sp>
        <p:nvSpPr>
          <p:cNvPr id="2" name="Picture Placeholder 5">
            <a:extLst>
              <a:ext uri="{FF2B5EF4-FFF2-40B4-BE49-F238E27FC236}">
                <a16:creationId xmlns:a16="http://schemas.microsoft.com/office/drawing/2014/main" id="{4879D7DC-9CF8-40D6-AAD7-3AF2A97D1D0A}"/>
              </a:ext>
            </a:extLst>
          </p:cNvPr>
          <p:cNvSpPr>
            <a:spLocks noGrp="1"/>
          </p:cNvSpPr>
          <p:nvPr>
            <p:ph type="pic" sz="quarter" idx="10"/>
          </p:nvPr>
        </p:nvSpPr>
        <p:spPr>
          <a:xfrm>
            <a:off x="1100863" y="2078179"/>
            <a:ext cx="3141122" cy="4239492"/>
          </a:xfrm>
          <a:pattFill prst="pct5">
            <a:fgClr>
              <a:schemeClr val="accent1"/>
            </a:fgClr>
            <a:bgClr>
              <a:schemeClr val="bg1"/>
            </a:bgClr>
          </a:pattFill>
        </p:spPr>
        <p:txBody>
          <a:bodyPr>
            <a:normAutofit/>
          </a:bodyPr>
          <a:lstStyle>
            <a:lvl1pPr>
              <a:defRPr sz="20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29636687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4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Picture Placeholder 5">
            <a:extLst>
              <a:ext uri="{FF2B5EF4-FFF2-40B4-BE49-F238E27FC236}">
                <a16:creationId xmlns:a16="http://schemas.microsoft.com/office/drawing/2014/main" id="{974870C8-ADFB-403E-B209-05EDBD932054}"/>
              </a:ext>
            </a:extLst>
          </p:cNvPr>
          <p:cNvSpPr>
            <a:spLocks noGrp="1"/>
          </p:cNvSpPr>
          <p:nvPr>
            <p:ph type="pic" sz="quarter" idx="13"/>
          </p:nvPr>
        </p:nvSpPr>
        <p:spPr>
          <a:xfrm>
            <a:off x="7346984" y="1156915"/>
            <a:ext cx="3718344" cy="5281985"/>
          </a:xfrm>
          <a:pattFill prst="pct5">
            <a:fgClr>
              <a:schemeClr val="accent1"/>
            </a:fgClr>
            <a:bgClr>
              <a:schemeClr val="bg1"/>
            </a:bgClr>
          </a:pattFill>
        </p:spPr>
        <p:txBody>
          <a:bodyPr>
            <a:normAutofit/>
          </a:bodyPr>
          <a:lstStyle>
            <a:lvl1pPr>
              <a:defRPr sz="2000">
                <a:latin typeface="Arial" panose="020B0604020202020204" pitchFamily="34" charset="0"/>
                <a:cs typeface="Arial" panose="020B0604020202020204" pitchFamily="34" charset="0"/>
              </a:defRPr>
            </a:lvl1pPr>
          </a:lstStyle>
          <a:p>
            <a:endParaRPr lang="en-US"/>
          </a:p>
        </p:txBody>
      </p:sp>
      <p:sp>
        <p:nvSpPr>
          <p:cNvPr id="7" name="Picture Placeholder 5">
            <a:extLst>
              <a:ext uri="{FF2B5EF4-FFF2-40B4-BE49-F238E27FC236}">
                <a16:creationId xmlns:a16="http://schemas.microsoft.com/office/drawing/2014/main" id="{A61AF73A-44FD-4A16-9A70-F0F4B8D6315F}"/>
              </a:ext>
            </a:extLst>
          </p:cNvPr>
          <p:cNvSpPr>
            <a:spLocks noGrp="1"/>
          </p:cNvSpPr>
          <p:nvPr>
            <p:ph type="pic" sz="quarter" idx="15"/>
          </p:nvPr>
        </p:nvSpPr>
        <p:spPr>
          <a:xfrm>
            <a:off x="542438" y="4189907"/>
            <a:ext cx="2253343" cy="2248994"/>
          </a:xfrm>
          <a:pattFill prst="pct5">
            <a:fgClr>
              <a:schemeClr val="accent1"/>
            </a:fgClr>
            <a:bgClr>
              <a:schemeClr val="bg1"/>
            </a:bgClr>
          </a:pattFill>
        </p:spPr>
        <p:txBody>
          <a:bodyPr>
            <a:normAutofit/>
          </a:bodyPr>
          <a:lstStyle>
            <a:lvl1pPr>
              <a:defRPr sz="2000">
                <a:latin typeface="Arial" panose="020B0604020202020204" pitchFamily="34" charset="0"/>
                <a:cs typeface="Arial" panose="020B0604020202020204" pitchFamily="34" charset="0"/>
              </a:defRPr>
            </a:lvl1pPr>
          </a:lstStyle>
          <a:p>
            <a:endParaRPr lang="en-US"/>
          </a:p>
        </p:txBody>
      </p:sp>
      <p:sp>
        <p:nvSpPr>
          <p:cNvPr id="8" name="Picture Placeholder 5">
            <a:extLst>
              <a:ext uri="{FF2B5EF4-FFF2-40B4-BE49-F238E27FC236}">
                <a16:creationId xmlns:a16="http://schemas.microsoft.com/office/drawing/2014/main" id="{75DCAE06-2725-482E-9600-D9334D26CA39}"/>
              </a:ext>
            </a:extLst>
          </p:cNvPr>
          <p:cNvSpPr>
            <a:spLocks noGrp="1"/>
          </p:cNvSpPr>
          <p:nvPr>
            <p:ph type="pic" sz="quarter" idx="16"/>
          </p:nvPr>
        </p:nvSpPr>
        <p:spPr>
          <a:xfrm>
            <a:off x="3359116" y="4189906"/>
            <a:ext cx="2253343" cy="2248994"/>
          </a:xfrm>
          <a:pattFill prst="pct5">
            <a:fgClr>
              <a:schemeClr val="accent1"/>
            </a:fgClr>
            <a:bgClr>
              <a:schemeClr val="bg1"/>
            </a:bgClr>
          </a:pattFill>
        </p:spPr>
        <p:txBody>
          <a:bodyPr>
            <a:normAutofit/>
          </a:bodyPr>
          <a:lstStyle>
            <a:lvl1pPr>
              <a:defRPr sz="20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42630445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5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2DF8AFB9-F154-42A8-9441-0FFA858E2BEA}"/>
              </a:ext>
            </a:extLst>
          </p:cNvPr>
          <p:cNvSpPr>
            <a:spLocks noGrp="1"/>
          </p:cNvSpPr>
          <p:nvPr>
            <p:ph type="pic" sz="quarter" idx="11"/>
          </p:nvPr>
        </p:nvSpPr>
        <p:spPr>
          <a:xfrm>
            <a:off x="8840313" y="837456"/>
            <a:ext cx="2541374" cy="2498410"/>
          </a:xfrm>
          <a:pattFill prst="pct5">
            <a:fgClr>
              <a:schemeClr val="accent1"/>
            </a:fgClr>
            <a:bgClr>
              <a:schemeClr val="bg1"/>
            </a:bgClr>
          </a:pattFill>
        </p:spPr>
        <p:txBody>
          <a:bodyPr>
            <a:normAutofit/>
          </a:bodyPr>
          <a:lstStyle>
            <a:lvl1pPr>
              <a:defRPr sz="2000">
                <a:latin typeface="Arial" panose="020B0604020202020204" pitchFamily="34" charset="0"/>
                <a:cs typeface="Arial" panose="020B0604020202020204" pitchFamily="34" charset="0"/>
              </a:defRPr>
            </a:lvl1pPr>
          </a:lstStyle>
          <a:p>
            <a:endParaRPr lang="en-US"/>
          </a:p>
        </p:txBody>
      </p:sp>
      <p:sp>
        <p:nvSpPr>
          <p:cNvPr id="7" name="Picture Placeholder 5">
            <a:extLst>
              <a:ext uri="{FF2B5EF4-FFF2-40B4-BE49-F238E27FC236}">
                <a16:creationId xmlns:a16="http://schemas.microsoft.com/office/drawing/2014/main" id="{BEF18060-4AFD-4252-8825-5100DB1D3F97}"/>
              </a:ext>
            </a:extLst>
          </p:cNvPr>
          <p:cNvSpPr>
            <a:spLocks noGrp="1"/>
          </p:cNvSpPr>
          <p:nvPr>
            <p:ph type="pic" sz="quarter" idx="12"/>
          </p:nvPr>
        </p:nvSpPr>
        <p:spPr>
          <a:xfrm>
            <a:off x="5909045" y="837456"/>
            <a:ext cx="2541374" cy="2498410"/>
          </a:xfrm>
          <a:pattFill prst="pct5">
            <a:fgClr>
              <a:schemeClr val="accent1"/>
            </a:fgClr>
            <a:bgClr>
              <a:schemeClr val="bg1"/>
            </a:bgClr>
          </a:pattFill>
        </p:spPr>
        <p:txBody>
          <a:bodyPr>
            <a:normAutofit/>
          </a:bodyPr>
          <a:lstStyle>
            <a:lvl1pPr>
              <a:defRPr sz="2000">
                <a:latin typeface="Arial" panose="020B0604020202020204" pitchFamily="34" charset="0"/>
                <a:cs typeface="Arial" panose="020B0604020202020204" pitchFamily="34" charset="0"/>
              </a:defRPr>
            </a:lvl1pPr>
          </a:lstStyle>
          <a:p>
            <a:endParaRPr lang="en-US"/>
          </a:p>
        </p:txBody>
      </p:sp>
      <p:sp>
        <p:nvSpPr>
          <p:cNvPr id="9" name="Picture Placeholder 5">
            <a:extLst>
              <a:ext uri="{FF2B5EF4-FFF2-40B4-BE49-F238E27FC236}">
                <a16:creationId xmlns:a16="http://schemas.microsoft.com/office/drawing/2014/main" id="{92804873-D6A0-4CBA-B435-2707DDD7A477}"/>
              </a:ext>
            </a:extLst>
          </p:cNvPr>
          <p:cNvSpPr>
            <a:spLocks noGrp="1"/>
          </p:cNvSpPr>
          <p:nvPr>
            <p:ph type="pic" sz="quarter" idx="13"/>
          </p:nvPr>
        </p:nvSpPr>
        <p:spPr>
          <a:xfrm>
            <a:off x="5909045" y="3686861"/>
            <a:ext cx="2541374" cy="2498410"/>
          </a:xfrm>
          <a:pattFill prst="pct5">
            <a:fgClr>
              <a:schemeClr val="accent1"/>
            </a:fgClr>
            <a:bgClr>
              <a:schemeClr val="bg1"/>
            </a:bgClr>
          </a:pattFill>
        </p:spPr>
        <p:txBody>
          <a:bodyPr>
            <a:normAutofit/>
          </a:bodyPr>
          <a:lstStyle>
            <a:lvl1pPr>
              <a:defRPr sz="20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33496671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6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Picture Placeholder 5">
            <a:extLst>
              <a:ext uri="{FF2B5EF4-FFF2-40B4-BE49-F238E27FC236}">
                <a16:creationId xmlns:a16="http://schemas.microsoft.com/office/drawing/2014/main" id="{4879D7DC-9CF8-40D6-AAD7-3AF2A97D1D0A}"/>
              </a:ext>
            </a:extLst>
          </p:cNvPr>
          <p:cNvSpPr>
            <a:spLocks noGrp="1"/>
          </p:cNvSpPr>
          <p:nvPr>
            <p:ph type="pic" sz="quarter" idx="10"/>
          </p:nvPr>
        </p:nvSpPr>
        <p:spPr>
          <a:xfrm>
            <a:off x="640261" y="762434"/>
            <a:ext cx="5726672" cy="5637932"/>
          </a:xfrm>
          <a:pattFill prst="pct5">
            <a:fgClr>
              <a:schemeClr val="accent1"/>
            </a:fgClr>
            <a:bgClr>
              <a:schemeClr val="bg1"/>
            </a:bgClr>
          </a:pattFill>
        </p:spPr>
        <p:txBody>
          <a:bodyPr>
            <a:normAutofit/>
          </a:bodyPr>
          <a:lstStyle>
            <a:lvl1pPr>
              <a:defRPr sz="2000">
                <a:latin typeface="Arial" panose="020B0604020202020204" pitchFamily="34" charset="0"/>
                <a:cs typeface="Arial" panose="020B0604020202020204" pitchFamily="34" charset="0"/>
              </a:defRPr>
            </a:lvl1pPr>
          </a:lstStyle>
          <a:p>
            <a:endParaRPr lang="en-US"/>
          </a:p>
        </p:txBody>
      </p:sp>
      <p:pic>
        <p:nvPicPr>
          <p:cNvPr id="4" name="Picture 3"/>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257987" y="203737"/>
            <a:ext cx="1387782" cy="277066"/>
          </a:xfrm>
          <a:prstGeom prst="rect">
            <a:avLst/>
          </a:prstGeom>
        </p:spPr>
      </p:pic>
    </p:spTree>
    <p:extLst>
      <p:ext uri="{BB962C8B-B14F-4D97-AF65-F5344CB8AC3E}">
        <p14:creationId xmlns:p14="http://schemas.microsoft.com/office/powerpoint/2010/main" val="39772687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7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Picture Placeholder 5">
            <a:extLst>
              <a:ext uri="{FF2B5EF4-FFF2-40B4-BE49-F238E27FC236}">
                <a16:creationId xmlns:a16="http://schemas.microsoft.com/office/drawing/2014/main" id="{4879D7DC-9CF8-40D6-AAD7-3AF2A97D1D0A}"/>
              </a:ext>
            </a:extLst>
          </p:cNvPr>
          <p:cNvSpPr>
            <a:spLocks noGrp="1"/>
          </p:cNvSpPr>
          <p:nvPr>
            <p:ph type="pic" sz="quarter" idx="10"/>
          </p:nvPr>
        </p:nvSpPr>
        <p:spPr>
          <a:xfrm>
            <a:off x="6096000" y="592729"/>
            <a:ext cx="5261772" cy="5672542"/>
          </a:xfrm>
          <a:pattFill prst="pct5">
            <a:fgClr>
              <a:schemeClr val="accent1"/>
            </a:fgClr>
            <a:bgClr>
              <a:schemeClr val="bg1"/>
            </a:bgClr>
          </a:pattFill>
        </p:spPr>
        <p:txBody>
          <a:bodyPr>
            <a:normAutofit/>
          </a:bodyPr>
          <a:lstStyle>
            <a:lvl1pPr>
              <a:defRPr sz="2000">
                <a:latin typeface="Arial" panose="020B0604020202020204" pitchFamily="34" charset="0"/>
                <a:cs typeface="Arial" panose="020B0604020202020204" pitchFamily="34" charset="0"/>
              </a:defRPr>
            </a:lvl1pPr>
          </a:lstStyle>
          <a:p>
            <a:endParaRPr lang="en-US"/>
          </a:p>
        </p:txBody>
      </p:sp>
      <p:pic>
        <p:nvPicPr>
          <p:cNvPr id="5" name="Picture 4"/>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257987" y="203737"/>
            <a:ext cx="1387782" cy="277066"/>
          </a:xfrm>
          <a:prstGeom prst="rect">
            <a:avLst/>
          </a:prstGeom>
        </p:spPr>
      </p:pic>
    </p:spTree>
    <p:extLst>
      <p:ext uri="{BB962C8B-B14F-4D97-AF65-F5344CB8AC3E}">
        <p14:creationId xmlns:p14="http://schemas.microsoft.com/office/powerpoint/2010/main" val="36051085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9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A863CDF-52FB-4990-9C6A-E8C2B5A0174C}"/>
              </a:ext>
            </a:extLst>
          </p:cNvPr>
          <p:cNvSpPr/>
          <p:nvPr userDrawn="1"/>
        </p:nvSpPr>
        <p:spPr>
          <a:xfrm>
            <a:off x="0" y="0"/>
            <a:ext cx="6096000" cy="6858000"/>
          </a:xfrm>
          <a:prstGeom prst="rect">
            <a:avLst/>
          </a:prstGeom>
          <a:solidFill>
            <a:srgbClr val="001F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257987" y="203737"/>
            <a:ext cx="1387782" cy="277066"/>
          </a:xfrm>
          <a:prstGeom prst="rect">
            <a:avLst/>
          </a:prstGeom>
        </p:spPr>
      </p:pic>
    </p:spTree>
    <p:extLst>
      <p:ext uri="{BB962C8B-B14F-4D97-AF65-F5344CB8AC3E}">
        <p14:creationId xmlns:p14="http://schemas.microsoft.com/office/powerpoint/2010/main" val="23893331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0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Picture Placeholder 5">
            <a:extLst>
              <a:ext uri="{FF2B5EF4-FFF2-40B4-BE49-F238E27FC236}">
                <a16:creationId xmlns:a16="http://schemas.microsoft.com/office/drawing/2014/main" id="{4879D7DC-9CF8-40D6-AAD7-3AF2A97D1D0A}"/>
              </a:ext>
            </a:extLst>
          </p:cNvPr>
          <p:cNvSpPr>
            <a:spLocks noGrp="1"/>
          </p:cNvSpPr>
          <p:nvPr>
            <p:ph type="pic" sz="quarter" idx="10"/>
          </p:nvPr>
        </p:nvSpPr>
        <p:spPr>
          <a:xfrm>
            <a:off x="7870082" y="1336430"/>
            <a:ext cx="3568649" cy="3024819"/>
          </a:xfrm>
          <a:pattFill prst="pct5">
            <a:fgClr>
              <a:schemeClr val="accent1"/>
            </a:fgClr>
            <a:bgClr>
              <a:schemeClr val="bg1"/>
            </a:bgClr>
          </a:pattFill>
        </p:spPr>
        <p:txBody>
          <a:bodyPr>
            <a:normAutofit/>
          </a:bodyPr>
          <a:lstStyle>
            <a:lvl1pPr>
              <a:defRPr sz="20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30356355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Picture Placeholder 5">
            <a:extLst>
              <a:ext uri="{FF2B5EF4-FFF2-40B4-BE49-F238E27FC236}">
                <a16:creationId xmlns:a16="http://schemas.microsoft.com/office/drawing/2014/main" id="{34596426-9F35-4650-AB3F-2F198890490E}"/>
              </a:ext>
            </a:extLst>
          </p:cNvPr>
          <p:cNvSpPr>
            <a:spLocks noGrp="1"/>
          </p:cNvSpPr>
          <p:nvPr>
            <p:ph type="pic" sz="quarter" idx="10"/>
          </p:nvPr>
        </p:nvSpPr>
        <p:spPr>
          <a:xfrm>
            <a:off x="332493" y="806450"/>
            <a:ext cx="4906417" cy="5777626"/>
          </a:xfrm>
          <a:pattFill prst="pct5">
            <a:fgClr>
              <a:schemeClr val="accent1"/>
            </a:fgClr>
            <a:bgClr>
              <a:schemeClr val="bg1"/>
            </a:bgClr>
          </a:pattFill>
        </p:spPr>
        <p:txBody>
          <a:bodyPr>
            <a:normAutofit/>
          </a:bodyPr>
          <a:lstStyle>
            <a:lvl1pPr>
              <a:defRPr sz="2000">
                <a:latin typeface="Arial" panose="020B0604020202020204" pitchFamily="34" charset="0"/>
                <a:cs typeface="Arial" panose="020B0604020202020204" pitchFamily="34" charset="0"/>
              </a:defRPr>
            </a:lvl1pPr>
          </a:lstStyle>
          <a:p>
            <a:endParaRPr lang="en-US"/>
          </a:p>
        </p:txBody>
      </p:sp>
      <p:sp>
        <p:nvSpPr>
          <p:cNvPr id="4" name="Picture Placeholder 5">
            <a:extLst>
              <a:ext uri="{FF2B5EF4-FFF2-40B4-BE49-F238E27FC236}">
                <a16:creationId xmlns:a16="http://schemas.microsoft.com/office/drawing/2014/main" id="{4A0C970B-EA4E-48AD-B735-2C948F039149}"/>
              </a:ext>
            </a:extLst>
          </p:cNvPr>
          <p:cNvSpPr>
            <a:spLocks noGrp="1"/>
          </p:cNvSpPr>
          <p:nvPr>
            <p:ph type="pic" sz="quarter" idx="11"/>
          </p:nvPr>
        </p:nvSpPr>
        <p:spPr>
          <a:xfrm>
            <a:off x="3813910" y="4582583"/>
            <a:ext cx="2850003" cy="2001493"/>
          </a:xfrm>
          <a:pattFill prst="pct5">
            <a:fgClr>
              <a:schemeClr val="accent1"/>
            </a:fgClr>
            <a:bgClr>
              <a:schemeClr val="bg1"/>
            </a:bgClr>
          </a:pattFill>
        </p:spPr>
        <p:txBody>
          <a:bodyPr>
            <a:normAutofit/>
          </a:bodyPr>
          <a:lstStyle>
            <a:lvl1pPr>
              <a:defRPr sz="2000">
                <a:latin typeface="Arial" panose="020B0604020202020204" pitchFamily="34" charset="0"/>
                <a:cs typeface="Arial" panose="020B0604020202020204" pitchFamily="34" charset="0"/>
              </a:defRPr>
            </a:lvl1pPr>
          </a:lstStyle>
          <a:p>
            <a:endParaRPr lang="en-US"/>
          </a:p>
        </p:txBody>
      </p:sp>
      <p:sp>
        <p:nvSpPr>
          <p:cNvPr id="5" name="Picture Placeholder 5">
            <a:extLst>
              <a:ext uri="{FF2B5EF4-FFF2-40B4-BE49-F238E27FC236}">
                <a16:creationId xmlns:a16="http://schemas.microsoft.com/office/drawing/2014/main" id="{C3731256-7E1A-4A64-BF5D-D20C9ABF0100}"/>
              </a:ext>
            </a:extLst>
          </p:cNvPr>
          <p:cNvSpPr>
            <a:spLocks noGrp="1"/>
          </p:cNvSpPr>
          <p:nvPr>
            <p:ph type="pic" sz="quarter" idx="12"/>
          </p:nvPr>
        </p:nvSpPr>
        <p:spPr>
          <a:xfrm>
            <a:off x="3813910" y="2126858"/>
            <a:ext cx="2850003" cy="2001493"/>
          </a:xfrm>
          <a:pattFill prst="pct5">
            <a:fgClr>
              <a:schemeClr val="accent1"/>
            </a:fgClr>
            <a:bgClr>
              <a:schemeClr val="bg1"/>
            </a:bgClr>
          </a:pattFill>
        </p:spPr>
        <p:txBody>
          <a:bodyPr>
            <a:normAutofit/>
          </a:bodyPr>
          <a:lstStyle>
            <a:lvl1pPr>
              <a:defRPr sz="20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24912020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Picture Placeholder 5">
            <a:extLst>
              <a:ext uri="{FF2B5EF4-FFF2-40B4-BE49-F238E27FC236}">
                <a16:creationId xmlns:a16="http://schemas.microsoft.com/office/drawing/2014/main" id="{7CFEB29B-5F89-4B06-885E-36AFE3E81C51}"/>
              </a:ext>
            </a:extLst>
          </p:cNvPr>
          <p:cNvSpPr>
            <a:spLocks noGrp="1"/>
          </p:cNvSpPr>
          <p:nvPr>
            <p:ph type="pic" sz="quarter" idx="10"/>
          </p:nvPr>
        </p:nvSpPr>
        <p:spPr>
          <a:xfrm>
            <a:off x="4165601" y="0"/>
            <a:ext cx="8026400" cy="6858000"/>
          </a:xfrm>
          <a:pattFill prst="pct5">
            <a:fgClr>
              <a:schemeClr val="accent1"/>
            </a:fgClr>
            <a:bgClr>
              <a:schemeClr val="bg1"/>
            </a:bgClr>
          </a:pattFill>
        </p:spPr>
        <p:txBody>
          <a:bodyPr>
            <a:normAutofit/>
          </a:bodyPr>
          <a:lstStyle>
            <a:lvl1pPr>
              <a:defRPr sz="20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26228976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3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23D7CB2-8D5B-4B2C-8E2A-2B58F8F203E6}"/>
              </a:ext>
            </a:extLst>
          </p:cNvPr>
          <p:cNvSpPr/>
          <p:nvPr userDrawn="1"/>
        </p:nvSpPr>
        <p:spPr>
          <a:xfrm>
            <a:off x="0" y="5650993"/>
            <a:ext cx="12192000" cy="1207008"/>
          </a:xfrm>
          <a:prstGeom prst="rect">
            <a:avLst/>
          </a:prstGeom>
          <a:solidFill>
            <a:srgbClr val="001F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Picture Placeholder 5">
            <a:extLst>
              <a:ext uri="{FF2B5EF4-FFF2-40B4-BE49-F238E27FC236}">
                <a16:creationId xmlns:a16="http://schemas.microsoft.com/office/drawing/2014/main" id="{4F5D12FF-7F31-4CA8-B9B4-9B2F0227B357}"/>
              </a:ext>
            </a:extLst>
          </p:cNvPr>
          <p:cNvSpPr>
            <a:spLocks noGrp="1"/>
          </p:cNvSpPr>
          <p:nvPr>
            <p:ph type="pic" sz="quarter" idx="15"/>
          </p:nvPr>
        </p:nvSpPr>
        <p:spPr>
          <a:xfrm>
            <a:off x="3106909" y="3569150"/>
            <a:ext cx="2019488" cy="2662104"/>
          </a:xfrm>
          <a:pattFill prst="pct5">
            <a:fgClr>
              <a:schemeClr val="accent1"/>
            </a:fgClr>
            <a:bgClr>
              <a:schemeClr val="bg1"/>
            </a:bgClr>
          </a:pattFill>
        </p:spPr>
        <p:txBody>
          <a:bodyPr>
            <a:normAutofit/>
          </a:bodyPr>
          <a:lstStyle>
            <a:lvl1pPr>
              <a:defRPr sz="2000">
                <a:latin typeface="Arial" panose="020B0604020202020204" pitchFamily="34" charset="0"/>
                <a:cs typeface="Arial" panose="020B0604020202020204" pitchFamily="34" charset="0"/>
              </a:defRPr>
            </a:lvl1pPr>
          </a:lstStyle>
          <a:p>
            <a:endParaRPr lang="en-US"/>
          </a:p>
        </p:txBody>
      </p:sp>
      <p:sp>
        <p:nvSpPr>
          <p:cNvPr id="16" name="Picture Placeholder 5">
            <a:extLst>
              <a:ext uri="{FF2B5EF4-FFF2-40B4-BE49-F238E27FC236}">
                <a16:creationId xmlns:a16="http://schemas.microsoft.com/office/drawing/2014/main" id="{F9E2BA12-0862-4E71-B682-9CA21AB67D17}"/>
              </a:ext>
            </a:extLst>
          </p:cNvPr>
          <p:cNvSpPr>
            <a:spLocks noGrp="1"/>
          </p:cNvSpPr>
          <p:nvPr>
            <p:ph type="pic" sz="quarter" idx="16"/>
          </p:nvPr>
        </p:nvSpPr>
        <p:spPr>
          <a:xfrm>
            <a:off x="6839890" y="626746"/>
            <a:ext cx="4608218" cy="5604508"/>
          </a:xfrm>
          <a:pattFill prst="pct5">
            <a:fgClr>
              <a:schemeClr val="accent1"/>
            </a:fgClr>
            <a:bgClr>
              <a:schemeClr val="bg1"/>
            </a:bgClr>
          </a:pattFill>
        </p:spPr>
        <p:txBody>
          <a:bodyPr>
            <a:normAutofit/>
          </a:bodyPr>
          <a:lstStyle>
            <a:lvl1pPr>
              <a:defRPr sz="2000">
                <a:latin typeface="Arial" panose="020B0604020202020204" pitchFamily="34" charset="0"/>
                <a:cs typeface="Arial" panose="020B0604020202020204" pitchFamily="34" charset="0"/>
              </a:defRPr>
            </a:lvl1pPr>
          </a:lstStyle>
          <a:p>
            <a:endParaRPr lang="en-US"/>
          </a:p>
        </p:txBody>
      </p:sp>
      <p:sp>
        <p:nvSpPr>
          <p:cNvPr id="10" name="Picture Placeholder 5">
            <a:extLst>
              <a:ext uri="{FF2B5EF4-FFF2-40B4-BE49-F238E27FC236}">
                <a16:creationId xmlns:a16="http://schemas.microsoft.com/office/drawing/2014/main" id="{134D234F-DC24-48E2-97F5-6F339EB08B75}"/>
              </a:ext>
            </a:extLst>
          </p:cNvPr>
          <p:cNvSpPr>
            <a:spLocks noGrp="1"/>
          </p:cNvSpPr>
          <p:nvPr>
            <p:ph type="pic" sz="quarter" idx="14"/>
          </p:nvPr>
        </p:nvSpPr>
        <p:spPr>
          <a:xfrm>
            <a:off x="865061" y="3569150"/>
            <a:ext cx="2019488" cy="2662103"/>
          </a:xfrm>
          <a:pattFill prst="pct5">
            <a:fgClr>
              <a:schemeClr val="accent1"/>
            </a:fgClr>
            <a:bgClr>
              <a:schemeClr val="bg1"/>
            </a:bgClr>
          </a:pattFill>
        </p:spPr>
        <p:txBody>
          <a:bodyPr>
            <a:normAutofit/>
          </a:bodyPr>
          <a:lstStyle>
            <a:lvl1pPr>
              <a:defRPr sz="20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33145382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4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8" name="Picture Placeholder 5">
            <a:extLst>
              <a:ext uri="{FF2B5EF4-FFF2-40B4-BE49-F238E27FC236}">
                <a16:creationId xmlns:a16="http://schemas.microsoft.com/office/drawing/2014/main" id="{C23E366C-E482-4CB6-969A-7D21513E0622}"/>
              </a:ext>
            </a:extLst>
          </p:cNvPr>
          <p:cNvSpPr>
            <a:spLocks noGrp="1"/>
          </p:cNvSpPr>
          <p:nvPr>
            <p:ph type="pic" sz="quarter" idx="17"/>
          </p:nvPr>
        </p:nvSpPr>
        <p:spPr>
          <a:xfrm>
            <a:off x="4120656" y="4124057"/>
            <a:ext cx="2795946" cy="1876693"/>
          </a:xfrm>
          <a:pattFill prst="pct5">
            <a:fgClr>
              <a:schemeClr val="accent1"/>
            </a:fgClr>
            <a:bgClr>
              <a:schemeClr val="bg1"/>
            </a:bgClr>
          </a:pattFill>
        </p:spPr>
        <p:txBody>
          <a:bodyPr>
            <a:normAutofit/>
          </a:bodyPr>
          <a:lstStyle>
            <a:lvl1pPr>
              <a:defRPr sz="2000">
                <a:latin typeface="Arial" panose="020B0604020202020204" pitchFamily="34" charset="0"/>
                <a:cs typeface="Arial" panose="020B0604020202020204" pitchFamily="34" charset="0"/>
              </a:defRPr>
            </a:lvl1pPr>
          </a:lstStyle>
          <a:p>
            <a:endParaRPr lang="en-US"/>
          </a:p>
        </p:txBody>
      </p:sp>
      <p:sp>
        <p:nvSpPr>
          <p:cNvPr id="19" name="Picture Placeholder 5">
            <a:extLst>
              <a:ext uri="{FF2B5EF4-FFF2-40B4-BE49-F238E27FC236}">
                <a16:creationId xmlns:a16="http://schemas.microsoft.com/office/drawing/2014/main" id="{E35B1A0F-C10D-403B-A780-F9069ACD9C9D}"/>
              </a:ext>
            </a:extLst>
          </p:cNvPr>
          <p:cNvSpPr>
            <a:spLocks noGrp="1"/>
          </p:cNvSpPr>
          <p:nvPr>
            <p:ph type="pic" sz="quarter" idx="18"/>
          </p:nvPr>
        </p:nvSpPr>
        <p:spPr>
          <a:xfrm>
            <a:off x="1219201" y="2132132"/>
            <a:ext cx="2795946" cy="3868615"/>
          </a:xfrm>
          <a:pattFill prst="pct5">
            <a:fgClr>
              <a:schemeClr val="accent1"/>
            </a:fgClr>
            <a:bgClr>
              <a:schemeClr val="bg1"/>
            </a:bgClr>
          </a:pattFill>
        </p:spPr>
        <p:txBody>
          <a:bodyPr>
            <a:normAutofit/>
          </a:bodyPr>
          <a:lstStyle>
            <a:lvl1pPr>
              <a:defRPr sz="2000">
                <a:latin typeface="Arial" panose="020B0604020202020204" pitchFamily="34" charset="0"/>
                <a:cs typeface="Arial" panose="020B0604020202020204" pitchFamily="34" charset="0"/>
              </a:defRPr>
            </a:lvl1pPr>
          </a:lstStyle>
          <a:p>
            <a:endParaRPr lang="en-US"/>
          </a:p>
        </p:txBody>
      </p:sp>
      <p:sp>
        <p:nvSpPr>
          <p:cNvPr id="15" name="Picture Placeholder 5">
            <a:extLst>
              <a:ext uri="{FF2B5EF4-FFF2-40B4-BE49-F238E27FC236}">
                <a16:creationId xmlns:a16="http://schemas.microsoft.com/office/drawing/2014/main" id="{4F5D12FF-7F31-4CA8-B9B4-9B2F0227B357}"/>
              </a:ext>
            </a:extLst>
          </p:cNvPr>
          <p:cNvSpPr>
            <a:spLocks noGrp="1"/>
          </p:cNvSpPr>
          <p:nvPr>
            <p:ph type="pic" sz="quarter" idx="15"/>
          </p:nvPr>
        </p:nvSpPr>
        <p:spPr>
          <a:xfrm>
            <a:off x="7022119" y="2132133"/>
            <a:ext cx="4009294" cy="3868617"/>
          </a:xfrm>
          <a:pattFill prst="pct5">
            <a:fgClr>
              <a:schemeClr val="accent1"/>
            </a:fgClr>
            <a:bgClr>
              <a:schemeClr val="bg1"/>
            </a:bgClr>
          </a:pattFill>
        </p:spPr>
        <p:txBody>
          <a:bodyPr>
            <a:normAutofit/>
          </a:bodyPr>
          <a:lstStyle>
            <a:lvl1pPr>
              <a:defRPr sz="2000">
                <a:latin typeface="Arial" panose="020B0604020202020204" pitchFamily="34" charset="0"/>
                <a:cs typeface="Arial" panose="020B0604020202020204" pitchFamily="34" charset="0"/>
              </a:defRPr>
            </a:lvl1pPr>
          </a:lstStyle>
          <a:p>
            <a:endParaRPr lang="en-US"/>
          </a:p>
        </p:txBody>
      </p:sp>
      <p:sp>
        <p:nvSpPr>
          <p:cNvPr id="10" name="Picture Placeholder 5">
            <a:extLst>
              <a:ext uri="{FF2B5EF4-FFF2-40B4-BE49-F238E27FC236}">
                <a16:creationId xmlns:a16="http://schemas.microsoft.com/office/drawing/2014/main" id="{134D234F-DC24-48E2-97F5-6F339EB08B75}"/>
              </a:ext>
            </a:extLst>
          </p:cNvPr>
          <p:cNvSpPr>
            <a:spLocks noGrp="1"/>
          </p:cNvSpPr>
          <p:nvPr>
            <p:ph type="pic" sz="quarter" idx="14"/>
          </p:nvPr>
        </p:nvSpPr>
        <p:spPr>
          <a:xfrm>
            <a:off x="4120655" y="2132133"/>
            <a:ext cx="2795955" cy="1876692"/>
          </a:xfrm>
          <a:pattFill prst="pct5">
            <a:fgClr>
              <a:schemeClr val="accent1"/>
            </a:fgClr>
            <a:bgClr>
              <a:schemeClr val="bg1"/>
            </a:bgClr>
          </a:pattFill>
        </p:spPr>
        <p:txBody>
          <a:bodyPr>
            <a:normAutofit/>
          </a:bodyPr>
          <a:lstStyle>
            <a:lvl1pPr>
              <a:defRPr sz="20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22996714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5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Picture Placeholder 4">
            <a:extLst>
              <a:ext uri="{FF2B5EF4-FFF2-40B4-BE49-F238E27FC236}">
                <a16:creationId xmlns:a16="http://schemas.microsoft.com/office/drawing/2014/main" id="{70C3C9DB-E525-42DB-8D49-BA46882B8004}"/>
              </a:ext>
            </a:extLst>
          </p:cNvPr>
          <p:cNvSpPr>
            <a:spLocks noGrp="1"/>
          </p:cNvSpPr>
          <p:nvPr>
            <p:ph type="pic" sz="quarter" idx="20"/>
          </p:nvPr>
        </p:nvSpPr>
        <p:spPr>
          <a:xfrm>
            <a:off x="1505035" y="2723938"/>
            <a:ext cx="2931499" cy="2948729"/>
          </a:xfrm>
          <a:pattFill prst="pct5">
            <a:fgClr>
              <a:schemeClr val="tx1"/>
            </a:fgClr>
            <a:bgClr>
              <a:schemeClr val="bg1"/>
            </a:bgClr>
          </a:pattFill>
        </p:spPr>
        <p:txBody>
          <a:bodyPr>
            <a:normAutofit/>
          </a:bodyPr>
          <a:lstStyle>
            <a:lvl1pPr>
              <a:defRPr sz="1200">
                <a:latin typeface="Arial" panose="020B0604020202020204" pitchFamily="34" charset="0"/>
                <a:cs typeface="Arial" panose="020B0604020202020204" pitchFamily="34" charset="0"/>
              </a:defRPr>
            </a:lvl1pPr>
          </a:lstStyle>
          <a:p>
            <a:endParaRPr lang="en-US"/>
          </a:p>
        </p:txBody>
      </p:sp>
      <p:sp>
        <p:nvSpPr>
          <p:cNvPr id="13" name="Picture Placeholder 4">
            <a:extLst>
              <a:ext uri="{FF2B5EF4-FFF2-40B4-BE49-F238E27FC236}">
                <a16:creationId xmlns:a16="http://schemas.microsoft.com/office/drawing/2014/main" id="{B5C1D269-1390-4991-AE17-E7BEF7D4C317}"/>
              </a:ext>
            </a:extLst>
          </p:cNvPr>
          <p:cNvSpPr>
            <a:spLocks noGrp="1"/>
          </p:cNvSpPr>
          <p:nvPr>
            <p:ph type="pic" sz="quarter" idx="21"/>
          </p:nvPr>
        </p:nvSpPr>
        <p:spPr>
          <a:xfrm>
            <a:off x="4671568" y="2723938"/>
            <a:ext cx="2931499" cy="2948729"/>
          </a:xfrm>
          <a:pattFill prst="pct5">
            <a:fgClr>
              <a:schemeClr val="tx1"/>
            </a:fgClr>
            <a:bgClr>
              <a:schemeClr val="bg1"/>
            </a:bgClr>
          </a:pattFill>
        </p:spPr>
        <p:txBody>
          <a:bodyPr>
            <a:normAutofit/>
          </a:bodyPr>
          <a:lstStyle>
            <a:lvl1pPr>
              <a:defRPr sz="1200">
                <a:latin typeface="Arial" panose="020B0604020202020204" pitchFamily="34" charset="0"/>
                <a:cs typeface="Arial" panose="020B0604020202020204" pitchFamily="34" charset="0"/>
              </a:defRPr>
            </a:lvl1pPr>
          </a:lstStyle>
          <a:p>
            <a:endParaRPr lang="en-US"/>
          </a:p>
        </p:txBody>
      </p:sp>
      <p:sp>
        <p:nvSpPr>
          <p:cNvPr id="14" name="Picture Placeholder 4">
            <a:extLst>
              <a:ext uri="{FF2B5EF4-FFF2-40B4-BE49-F238E27FC236}">
                <a16:creationId xmlns:a16="http://schemas.microsoft.com/office/drawing/2014/main" id="{96504043-53E6-439D-8BF2-DCE5A4E7D409}"/>
              </a:ext>
            </a:extLst>
          </p:cNvPr>
          <p:cNvSpPr>
            <a:spLocks noGrp="1"/>
          </p:cNvSpPr>
          <p:nvPr>
            <p:ph type="pic" sz="quarter" idx="22"/>
          </p:nvPr>
        </p:nvSpPr>
        <p:spPr>
          <a:xfrm>
            <a:off x="7838101" y="2723938"/>
            <a:ext cx="2931499" cy="2948729"/>
          </a:xfrm>
          <a:pattFill prst="pct5">
            <a:fgClr>
              <a:schemeClr val="tx1"/>
            </a:fgClr>
            <a:bgClr>
              <a:schemeClr val="bg1"/>
            </a:bgClr>
          </a:pattFill>
        </p:spPr>
        <p:txBody>
          <a:bodyPr>
            <a:normAutofit/>
          </a:bodyPr>
          <a:lstStyle>
            <a:lvl1pPr>
              <a:defRPr sz="12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13759351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6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Picture Placeholder 4">
            <a:extLst>
              <a:ext uri="{FF2B5EF4-FFF2-40B4-BE49-F238E27FC236}">
                <a16:creationId xmlns:a16="http://schemas.microsoft.com/office/drawing/2014/main" id="{1A19F93C-67AF-4ABB-8001-1A84A2E0C322}"/>
              </a:ext>
            </a:extLst>
          </p:cNvPr>
          <p:cNvSpPr>
            <a:spLocks noGrp="1"/>
          </p:cNvSpPr>
          <p:nvPr>
            <p:ph type="pic" sz="quarter" idx="15"/>
          </p:nvPr>
        </p:nvSpPr>
        <p:spPr>
          <a:xfrm>
            <a:off x="346330" y="4287798"/>
            <a:ext cx="2346070" cy="2287131"/>
          </a:xfrm>
          <a:pattFill prst="pct5">
            <a:fgClr>
              <a:schemeClr val="tx1"/>
            </a:fgClr>
            <a:bgClr>
              <a:schemeClr val="bg1"/>
            </a:bgClr>
          </a:pattFill>
        </p:spPr>
        <p:txBody>
          <a:bodyPr>
            <a:normAutofit/>
          </a:bodyPr>
          <a:lstStyle>
            <a:lvl1pPr>
              <a:defRPr sz="1200">
                <a:latin typeface="Arial" panose="020B0604020202020204" pitchFamily="34" charset="0"/>
                <a:cs typeface="Arial" panose="020B0604020202020204" pitchFamily="34" charset="0"/>
              </a:defRPr>
            </a:lvl1pPr>
          </a:lstStyle>
          <a:p>
            <a:endParaRPr lang="en-US"/>
          </a:p>
        </p:txBody>
      </p:sp>
      <p:sp>
        <p:nvSpPr>
          <p:cNvPr id="13" name="Picture Placeholder 4">
            <a:extLst>
              <a:ext uri="{FF2B5EF4-FFF2-40B4-BE49-F238E27FC236}">
                <a16:creationId xmlns:a16="http://schemas.microsoft.com/office/drawing/2014/main" id="{FCE13422-ABBA-496B-A8C4-99F7A0B21B0D}"/>
              </a:ext>
            </a:extLst>
          </p:cNvPr>
          <p:cNvSpPr>
            <a:spLocks noGrp="1"/>
          </p:cNvSpPr>
          <p:nvPr>
            <p:ph type="pic" sz="quarter" idx="18"/>
          </p:nvPr>
        </p:nvSpPr>
        <p:spPr>
          <a:xfrm>
            <a:off x="5591269" y="1774762"/>
            <a:ext cx="6254401" cy="4800167"/>
          </a:xfrm>
          <a:pattFill prst="pct5">
            <a:fgClr>
              <a:schemeClr val="tx1"/>
            </a:fgClr>
            <a:bgClr>
              <a:schemeClr val="bg1"/>
            </a:bgClr>
          </a:pattFill>
        </p:spPr>
        <p:txBody>
          <a:bodyPr>
            <a:normAutofit/>
          </a:bodyPr>
          <a:lstStyle>
            <a:lvl1pPr>
              <a:defRPr sz="1200">
                <a:latin typeface="Arial" panose="020B0604020202020204" pitchFamily="34" charset="0"/>
                <a:cs typeface="Arial" panose="020B0604020202020204" pitchFamily="34" charset="0"/>
              </a:defRPr>
            </a:lvl1pPr>
          </a:lstStyle>
          <a:p>
            <a:endParaRPr lang="en-US"/>
          </a:p>
        </p:txBody>
      </p:sp>
      <p:sp>
        <p:nvSpPr>
          <p:cNvPr id="14" name="Picture Placeholder 4">
            <a:extLst>
              <a:ext uri="{FF2B5EF4-FFF2-40B4-BE49-F238E27FC236}">
                <a16:creationId xmlns:a16="http://schemas.microsoft.com/office/drawing/2014/main" id="{2927275A-6CC2-4611-B19F-DD8CAB774184}"/>
              </a:ext>
            </a:extLst>
          </p:cNvPr>
          <p:cNvSpPr>
            <a:spLocks noGrp="1"/>
          </p:cNvSpPr>
          <p:nvPr>
            <p:ph type="pic" sz="quarter" idx="14"/>
          </p:nvPr>
        </p:nvSpPr>
        <p:spPr>
          <a:xfrm>
            <a:off x="341935" y="1774763"/>
            <a:ext cx="2346070" cy="2287131"/>
          </a:xfrm>
          <a:pattFill prst="pct5">
            <a:fgClr>
              <a:schemeClr val="tx1"/>
            </a:fgClr>
            <a:bgClr>
              <a:schemeClr val="bg1"/>
            </a:bgClr>
          </a:pattFill>
        </p:spPr>
        <p:txBody>
          <a:bodyPr>
            <a:normAutofit/>
          </a:bodyPr>
          <a:lstStyle>
            <a:lvl1pPr>
              <a:defRPr sz="1200">
                <a:latin typeface="Arial" panose="020B0604020202020204" pitchFamily="34" charset="0"/>
                <a:cs typeface="Arial" panose="020B0604020202020204" pitchFamily="34" charset="0"/>
              </a:defRPr>
            </a:lvl1pPr>
          </a:lstStyle>
          <a:p>
            <a:endParaRPr lang="en-US"/>
          </a:p>
        </p:txBody>
      </p:sp>
      <p:sp>
        <p:nvSpPr>
          <p:cNvPr id="7" name="Picture Placeholder 4">
            <a:extLst>
              <a:ext uri="{FF2B5EF4-FFF2-40B4-BE49-F238E27FC236}">
                <a16:creationId xmlns:a16="http://schemas.microsoft.com/office/drawing/2014/main" id="{6FD29367-C700-4F29-8330-1A2B00C0906F}"/>
              </a:ext>
            </a:extLst>
          </p:cNvPr>
          <p:cNvSpPr>
            <a:spLocks noGrp="1"/>
          </p:cNvSpPr>
          <p:nvPr>
            <p:ph type="pic" sz="quarter" idx="19"/>
          </p:nvPr>
        </p:nvSpPr>
        <p:spPr>
          <a:xfrm>
            <a:off x="2970997" y="4287798"/>
            <a:ext cx="2346070" cy="2287131"/>
          </a:xfrm>
          <a:pattFill prst="pct5">
            <a:fgClr>
              <a:schemeClr val="tx1"/>
            </a:fgClr>
            <a:bgClr>
              <a:schemeClr val="bg1"/>
            </a:bgClr>
          </a:pattFill>
        </p:spPr>
        <p:txBody>
          <a:bodyPr>
            <a:normAutofit/>
          </a:bodyPr>
          <a:lstStyle>
            <a:lvl1pPr>
              <a:defRPr sz="1200">
                <a:latin typeface="Arial" panose="020B0604020202020204" pitchFamily="34" charset="0"/>
                <a:cs typeface="Arial" panose="020B0604020202020204" pitchFamily="34" charset="0"/>
              </a:defRPr>
            </a:lvl1pPr>
          </a:lstStyle>
          <a:p>
            <a:endParaRPr lang="en-US"/>
          </a:p>
        </p:txBody>
      </p:sp>
      <p:sp>
        <p:nvSpPr>
          <p:cNvPr id="8" name="Picture Placeholder 4">
            <a:extLst>
              <a:ext uri="{FF2B5EF4-FFF2-40B4-BE49-F238E27FC236}">
                <a16:creationId xmlns:a16="http://schemas.microsoft.com/office/drawing/2014/main" id="{89EC1B03-CCF2-4534-96A1-CF8AD9FDDD97}"/>
              </a:ext>
            </a:extLst>
          </p:cNvPr>
          <p:cNvSpPr>
            <a:spLocks noGrp="1"/>
          </p:cNvSpPr>
          <p:nvPr>
            <p:ph type="pic" sz="quarter" idx="20"/>
          </p:nvPr>
        </p:nvSpPr>
        <p:spPr>
          <a:xfrm>
            <a:off x="2966602" y="1774763"/>
            <a:ext cx="2346070" cy="2287131"/>
          </a:xfrm>
          <a:pattFill prst="pct5">
            <a:fgClr>
              <a:schemeClr val="tx1"/>
            </a:fgClr>
            <a:bgClr>
              <a:schemeClr val="bg1"/>
            </a:bgClr>
          </a:pattFill>
        </p:spPr>
        <p:txBody>
          <a:bodyPr>
            <a:normAutofit/>
          </a:bodyPr>
          <a:lstStyle>
            <a:lvl1pPr>
              <a:defRPr sz="12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28020134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7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B6EC3C18-C6FD-4D83-88F5-EAD0E08ED4C0}"/>
              </a:ext>
            </a:extLst>
          </p:cNvPr>
          <p:cNvSpPr>
            <a:spLocks noGrp="1"/>
          </p:cNvSpPr>
          <p:nvPr>
            <p:ph type="pic" sz="quarter" idx="16"/>
          </p:nvPr>
        </p:nvSpPr>
        <p:spPr>
          <a:xfrm>
            <a:off x="6290780" y="1850968"/>
            <a:ext cx="4222821" cy="2395728"/>
          </a:xfrm>
          <a:pattFill prst="pct5">
            <a:fgClr>
              <a:schemeClr val="tx1"/>
            </a:fgClr>
            <a:bgClr>
              <a:schemeClr val="bg1"/>
            </a:bgClr>
          </a:pattFill>
        </p:spPr>
        <p:txBody>
          <a:bodyPr>
            <a:normAutofit/>
          </a:bodyPr>
          <a:lstStyle>
            <a:lvl1pPr>
              <a:defRPr sz="12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262542398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8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5885659F-6BDE-4218-A539-1C55842A9B50}"/>
              </a:ext>
            </a:extLst>
          </p:cNvPr>
          <p:cNvSpPr>
            <a:spLocks noGrp="1"/>
          </p:cNvSpPr>
          <p:nvPr>
            <p:ph type="pic" sz="quarter" idx="21"/>
          </p:nvPr>
        </p:nvSpPr>
        <p:spPr>
          <a:xfrm>
            <a:off x="5955323" y="1828800"/>
            <a:ext cx="4704959" cy="2914650"/>
          </a:xfrm>
          <a:pattFill prst="pct5">
            <a:fgClr>
              <a:schemeClr val="tx1"/>
            </a:fgClr>
            <a:bgClr>
              <a:schemeClr val="bg1"/>
            </a:bgClr>
          </a:pattFill>
        </p:spPr>
        <p:txBody>
          <a:bodyPr>
            <a:normAutofit/>
          </a:bodyPr>
          <a:lstStyle>
            <a:lvl1pPr>
              <a:defRPr sz="12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353699906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9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Picture Placeholder 4">
            <a:extLst>
              <a:ext uri="{FF2B5EF4-FFF2-40B4-BE49-F238E27FC236}">
                <a16:creationId xmlns:a16="http://schemas.microsoft.com/office/drawing/2014/main" id="{F5AFA15C-4F78-45F9-BDE4-8DF73F5E6595}"/>
              </a:ext>
            </a:extLst>
          </p:cNvPr>
          <p:cNvSpPr>
            <a:spLocks noGrp="1"/>
          </p:cNvSpPr>
          <p:nvPr>
            <p:ph type="pic" sz="quarter" idx="21"/>
          </p:nvPr>
        </p:nvSpPr>
        <p:spPr>
          <a:xfrm>
            <a:off x="5592839" y="1913072"/>
            <a:ext cx="2116340" cy="4115588"/>
          </a:xfrm>
          <a:pattFill prst="pct5">
            <a:fgClr>
              <a:schemeClr val="tx1"/>
            </a:fgClr>
            <a:bgClr>
              <a:schemeClr val="bg1"/>
            </a:bgClr>
          </a:pattFill>
        </p:spPr>
        <p:txBody>
          <a:bodyPr>
            <a:normAutofit/>
          </a:bodyPr>
          <a:lstStyle>
            <a:lvl1pPr>
              <a:defRPr sz="1200">
                <a:latin typeface="Arial" panose="020B0604020202020204" pitchFamily="34" charset="0"/>
                <a:cs typeface="Arial" panose="020B0604020202020204" pitchFamily="34" charset="0"/>
              </a:defRPr>
            </a:lvl1pPr>
          </a:lstStyle>
          <a:p>
            <a:endParaRPr lang="en-US"/>
          </a:p>
        </p:txBody>
      </p:sp>
      <p:sp>
        <p:nvSpPr>
          <p:cNvPr id="13" name="Picture Placeholder 4">
            <a:extLst>
              <a:ext uri="{FF2B5EF4-FFF2-40B4-BE49-F238E27FC236}">
                <a16:creationId xmlns:a16="http://schemas.microsoft.com/office/drawing/2014/main" id="{B30F3CC8-36C1-4985-BADE-61F3558A6F7F}"/>
              </a:ext>
            </a:extLst>
          </p:cNvPr>
          <p:cNvSpPr>
            <a:spLocks noGrp="1"/>
          </p:cNvSpPr>
          <p:nvPr>
            <p:ph type="pic" sz="quarter" idx="22"/>
          </p:nvPr>
        </p:nvSpPr>
        <p:spPr>
          <a:xfrm>
            <a:off x="8708572" y="829339"/>
            <a:ext cx="2116340" cy="4115588"/>
          </a:xfrm>
          <a:pattFill prst="pct5">
            <a:fgClr>
              <a:schemeClr val="tx1"/>
            </a:fgClr>
            <a:bgClr>
              <a:schemeClr val="bg1"/>
            </a:bgClr>
          </a:pattFill>
        </p:spPr>
        <p:txBody>
          <a:bodyPr>
            <a:normAutofit/>
          </a:bodyPr>
          <a:lstStyle>
            <a:lvl1pPr>
              <a:defRPr sz="12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5499019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0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96E531C0-9F76-47C3-9B9B-55FD38B31BA9}"/>
              </a:ext>
            </a:extLst>
          </p:cNvPr>
          <p:cNvSpPr>
            <a:spLocks noGrp="1"/>
          </p:cNvSpPr>
          <p:nvPr>
            <p:ph type="pic" sz="quarter" idx="16"/>
          </p:nvPr>
        </p:nvSpPr>
        <p:spPr>
          <a:xfrm>
            <a:off x="7296256" y="1630017"/>
            <a:ext cx="2767649" cy="3896140"/>
          </a:xfrm>
          <a:pattFill prst="pct5">
            <a:fgClr>
              <a:schemeClr val="tx1"/>
            </a:fgClr>
            <a:bgClr>
              <a:schemeClr val="bg1"/>
            </a:bgClr>
          </a:pattFill>
        </p:spPr>
        <p:txBody>
          <a:bodyPr>
            <a:normAutofit/>
          </a:bodyPr>
          <a:lstStyle>
            <a:lvl1pPr>
              <a:defRPr sz="12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148017935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F2CAE15-9045-4BF5-8CBF-5C760095CB10}"/>
              </a:ext>
            </a:extLst>
          </p:cNvPr>
          <p:cNvSpPr/>
          <p:nvPr userDrawn="1"/>
        </p:nvSpPr>
        <p:spPr>
          <a:xfrm>
            <a:off x="0" y="5650993"/>
            <a:ext cx="6095999" cy="1207008"/>
          </a:xfrm>
          <a:prstGeom prst="rect">
            <a:avLst/>
          </a:prstGeom>
          <a:solidFill>
            <a:srgbClr val="001F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Picture Placeholder 5">
            <a:extLst>
              <a:ext uri="{FF2B5EF4-FFF2-40B4-BE49-F238E27FC236}">
                <a16:creationId xmlns:a16="http://schemas.microsoft.com/office/drawing/2014/main" id="{4879D7DC-9CF8-40D6-AAD7-3AF2A97D1D0A}"/>
              </a:ext>
            </a:extLst>
          </p:cNvPr>
          <p:cNvSpPr>
            <a:spLocks noGrp="1"/>
          </p:cNvSpPr>
          <p:nvPr>
            <p:ph type="pic" sz="quarter" idx="10"/>
          </p:nvPr>
        </p:nvSpPr>
        <p:spPr>
          <a:xfrm>
            <a:off x="917619" y="1266092"/>
            <a:ext cx="4260759" cy="5181209"/>
          </a:xfrm>
          <a:pattFill prst="pct5">
            <a:fgClr>
              <a:schemeClr val="accent1"/>
            </a:fgClr>
            <a:bgClr>
              <a:schemeClr val="bg1"/>
            </a:bgClr>
          </a:pattFill>
        </p:spPr>
        <p:txBody>
          <a:bodyPr>
            <a:normAutofit/>
          </a:bodyPr>
          <a:lstStyle>
            <a:lvl1pPr>
              <a:defRPr sz="20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166794710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Picture Placeholder 5">
            <a:extLst>
              <a:ext uri="{FF2B5EF4-FFF2-40B4-BE49-F238E27FC236}">
                <a16:creationId xmlns:a16="http://schemas.microsoft.com/office/drawing/2014/main" id="{4879D7DC-9CF8-40D6-AAD7-3AF2A97D1D0A}"/>
              </a:ext>
            </a:extLst>
          </p:cNvPr>
          <p:cNvSpPr>
            <a:spLocks noGrp="1"/>
          </p:cNvSpPr>
          <p:nvPr>
            <p:ph type="pic" sz="quarter" idx="10"/>
          </p:nvPr>
        </p:nvSpPr>
        <p:spPr>
          <a:xfrm>
            <a:off x="0" y="874642"/>
            <a:ext cx="12191999" cy="5983358"/>
          </a:xfrm>
          <a:pattFill prst="pct5">
            <a:fgClr>
              <a:schemeClr val="accent1"/>
            </a:fgClr>
            <a:bgClr>
              <a:schemeClr val="bg1"/>
            </a:bgClr>
          </a:pattFill>
        </p:spPr>
        <p:txBody>
          <a:bodyPr>
            <a:normAutofit/>
          </a:bodyPr>
          <a:lstStyle>
            <a:lvl1pPr>
              <a:defRPr sz="20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13783839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Picture Placeholder 5">
            <a:extLst>
              <a:ext uri="{FF2B5EF4-FFF2-40B4-BE49-F238E27FC236}">
                <a16:creationId xmlns:a16="http://schemas.microsoft.com/office/drawing/2014/main" id="{1B5CF333-7346-45FA-89C1-C2F3C7154491}"/>
              </a:ext>
            </a:extLst>
          </p:cNvPr>
          <p:cNvSpPr>
            <a:spLocks noGrp="1"/>
          </p:cNvSpPr>
          <p:nvPr>
            <p:ph type="pic" sz="quarter" idx="10"/>
          </p:nvPr>
        </p:nvSpPr>
        <p:spPr>
          <a:xfrm>
            <a:off x="702041" y="722242"/>
            <a:ext cx="2307859" cy="2706758"/>
          </a:xfrm>
          <a:pattFill prst="pct5">
            <a:fgClr>
              <a:schemeClr val="accent1"/>
            </a:fgClr>
            <a:bgClr>
              <a:schemeClr val="bg1"/>
            </a:bgClr>
          </a:pattFill>
        </p:spPr>
        <p:txBody>
          <a:bodyPr>
            <a:normAutofit/>
          </a:bodyPr>
          <a:lstStyle>
            <a:lvl1pPr>
              <a:defRPr sz="2000">
                <a:latin typeface="Arial" panose="020B0604020202020204" pitchFamily="34" charset="0"/>
                <a:cs typeface="Arial" panose="020B0604020202020204" pitchFamily="34" charset="0"/>
              </a:defRPr>
            </a:lvl1pPr>
          </a:lstStyle>
          <a:p>
            <a:endParaRPr lang="en-US"/>
          </a:p>
        </p:txBody>
      </p:sp>
      <p:sp>
        <p:nvSpPr>
          <p:cNvPr id="15" name="Picture Placeholder 5">
            <a:extLst>
              <a:ext uri="{FF2B5EF4-FFF2-40B4-BE49-F238E27FC236}">
                <a16:creationId xmlns:a16="http://schemas.microsoft.com/office/drawing/2014/main" id="{3AF32A94-A0C2-4683-94F1-1603E548E490}"/>
              </a:ext>
            </a:extLst>
          </p:cNvPr>
          <p:cNvSpPr>
            <a:spLocks noGrp="1"/>
          </p:cNvSpPr>
          <p:nvPr>
            <p:ph type="pic" sz="quarter" idx="11"/>
          </p:nvPr>
        </p:nvSpPr>
        <p:spPr>
          <a:xfrm>
            <a:off x="3292841" y="722242"/>
            <a:ext cx="2307859" cy="2706758"/>
          </a:xfrm>
          <a:pattFill prst="pct5">
            <a:fgClr>
              <a:schemeClr val="accent1"/>
            </a:fgClr>
            <a:bgClr>
              <a:schemeClr val="bg1"/>
            </a:bgClr>
          </a:pattFill>
        </p:spPr>
        <p:txBody>
          <a:bodyPr>
            <a:normAutofit/>
          </a:bodyPr>
          <a:lstStyle>
            <a:lvl1pPr>
              <a:defRPr sz="2000">
                <a:latin typeface="Arial" panose="020B0604020202020204" pitchFamily="34" charset="0"/>
                <a:cs typeface="Arial" panose="020B0604020202020204" pitchFamily="34" charset="0"/>
              </a:defRPr>
            </a:lvl1pPr>
          </a:lstStyle>
          <a:p>
            <a:endParaRPr lang="en-US"/>
          </a:p>
        </p:txBody>
      </p:sp>
      <p:sp>
        <p:nvSpPr>
          <p:cNvPr id="16" name="Picture Placeholder 5">
            <a:extLst>
              <a:ext uri="{FF2B5EF4-FFF2-40B4-BE49-F238E27FC236}">
                <a16:creationId xmlns:a16="http://schemas.microsoft.com/office/drawing/2014/main" id="{78673182-DFDF-46E0-98D8-A9F9F9CB9C01}"/>
              </a:ext>
            </a:extLst>
          </p:cNvPr>
          <p:cNvSpPr>
            <a:spLocks noGrp="1"/>
          </p:cNvSpPr>
          <p:nvPr>
            <p:ph type="pic" sz="quarter" idx="12"/>
          </p:nvPr>
        </p:nvSpPr>
        <p:spPr>
          <a:xfrm>
            <a:off x="702040" y="3713092"/>
            <a:ext cx="2307859" cy="2706758"/>
          </a:xfrm>
          <a:pattFill prst="pct5">
            <a:fgClr>
              <a:schemeClr val="accent1"/>
            </a:fgClr>
            <a:bgClr>
              <a:schemeClr val="bg1"/>
            </a:bgClr>
          </a:pattFill>
        </p:spPr>
        <p:txBody>
          <a:bodyPr>
            <a:normAutofit/>
          </a:bodyPr>
          <a:lstStyle>
            <a:lvl1pPr>
              <a:defRPr sz="20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373437750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3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5BCDB12-C524-4FC6-A62C-96C0D57055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DCE8192F-B2DB-4DFE-9B3C-2572B6F9BC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FF16B365-B58E-4070-8699-D35DD07E72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898DA1-82C5-4625-898D-234CAD317A1B}" type="datetimeFigureOut">
              <a:rPr lang="en-US" smtClean="0"/>
              <a:t>5/12/2026</a:t>
            </a:fld>
            <a:endParaRPr lang="en-US" dirty="0"/>
          </a:p>
        </p:txBody>
      </p:sp>
      <p:sp>
        <p:nvSpPr>
          <p:cNvPr id="5" name="Footer Placeholder 4">
            <a:extLst>
              <a:ext uri="{FF2B5EF4-FFF2-40B4-BE49-F238E27FC236}">
                <a16:creationId xmlns:a16="http://schemas.microsoft.com/office/drawing/2014/main" id="{0DCDCFAE-DD7A-4D78-B8E1-EF9EBE4134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D7D53301-B686-4A40-AA90-A6D7743DD9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288574-51F9-49D4-81BC-E6D0172B704E}" type="slidenum">
              <a:rPr lang="en-US" smtClean="0"/>
              <a:t>‹nº›</a:t>
            </a:fld>
            <a:endParaRPr lang="en-US" dirty="0"/>
          </a:p>
        </p:txBody>
      </p:sp>
      <p:pic>
        <p:nvPicPr>
          <p:cNvPr id="7" name="Picture 6"/>
          <p:cNvPicPr>
            <a:picLocks noChangeAspect="1"/>
          </p:cNvPicPr>
          <p:nvPr userDrawn="1"/>
        </p:nvPicPr>
        <p:blipFill>
          <a:blip r:embed="rId34">
            <a:extLst>
              <a:ext uri="{28A0092B-C50C-407E-A947-70E740481C1C}">
                <a14:useLocalDpi xmlns:a14="http://schemas.microsoft.com/office/drawing/2010/main" val="0"/>
              </a:ext>
            </a:extLst>
          </a:blip>
          <a:stretch>
            <a:fillRect/>
          </a:stretch>
        </p:blipFill>
        <p:spPr>
          <a:xfrm>
            <a:off x="258056" y="214819"/>
            <a:ext cx="1402691" cy="280538"/>
          </a:xfrm>
          <a:prstGeom prst="rect">
            <a:avLst/>
          </a:prstGeom>
        </p:spPr>
      </p:pic>
    </p:spTree>
    <p:extLst>
      <p:ext uri="{BB962C8B-B14F-4D97-AF65-F5344CB8AC3E}">
        <p14:creationId xmlns:p14="http://schemas.microsoft.com/office/powerpoint/2010/main" val="3115989439"/>
      </p:ext>
    </p:extLst>
  </p:cSld>
  <p:clrMap bg1="lt1" tx1="dk1" bg2="lt2" tx2="dk2" accent1="accent1" accent2="accent2" accent3="accent3" accent4="accent4" accent5="accent5" accent6="accent6" hlink="hlink" folHlink="folHlink"/>
  <p:sldLayoutIdLst>
    <p:sldLayoutId id="2147483649" r:id="rId1"/>
    <p:sldLayoutId id="2147483662" r:id="rId2"/>
    <p:sldLayoutId id="2147483650"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3" r:id="rId13"/>
    <p:sldLayoutId id="2147483664" r:id="rId14"/>
    <p:sldLayoutId id="2147483665" r:id="rId15"/>
    <p:sldLayoutId id="2147483666" r:id="rId16"/>
    <p:sldLayoutId id="2147483668" r:id="rId17"/>
    <p:sldLayoutId id="2147483669" r:id="rId18"/>
    <p:sldLayoutId id="2147483670" r:id="rId19"/>
    <p:sldLayoutId id="2147483671" r:id="rId20"/>
    <p:sldLayoutId id="2147483672" r:id="rId21"/>
    <p:sldLayoutId id="2147483673" r:id="rId22"/>
    <p:sldLayoutId id="2147483674" r:id="rId23"/>
    <p:sldLayoutId id="2147483675" r:id="rId24"/>
    <p:sldLayoutId id="2147483676" r:id="rId25"/>
    <p:sldLayoutId id="2147483677" r:id="rId26"/>
    <p:sldLayoutId id="2147483678" r:id="rId27"/>
    <p:sldLayoutId id="2147483679" r:id="rId28"/>
    <p:sldLayoutId id="2147483651" r:id="rId29"/>
    <p:sldLayoutId id="2147483652" r:id="rId30"/>
    <p:sldLayoutId id="2147483681" r:id="rId3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530FCC8-596D-4F89-A6A8-115013D53146}"/>
              </a:ext>
            </a:extLst>
          </p:cNvPr>
          <p:cNvSpPr txBox="1"/>
          <p:nvPr/>
        </p:nvSpPr>
        <p:spPr>
          <a:xfrm>
            <a:off x="885152" y="3208616"/>
            <a:ext cx="6896440" cy="1569660"/>
          </a:xfrm>
          <a:prstGeom prst="rect">
            <a:avLst/>
          </a:prstGeom>
          <a:noFill/>
        </p:spPr>
        <p:txBody>
          <a:bodyPr wrap="none" rtlCol="0">
            <a:spAutoFit/>
          </a:bodyPr>
          <a:lstStyle/>
          <a:p>
            <a:r>
              <a:rPr lang="pt-PT" sz="9600" dirty="0" err="1">
                <a:solidFill>
                  <a:schemeClr val="bg1"/>
                </a:solidFill>
                <a:latin typeface="Poppins SemiBold" panose="00000700000000000000" pitchFamily="2" charset="0"/>
                <a:cs typeface="Poppins SemiBold" panose="00000700000000000000" pitchFamily="2" charset="0"/>
              </a:rPr>
              <a:t>RentScope</a:t>
            </a:r>
            <a:endParaRPr lang="en-US" sz="9600" dirty="0">
              <a:solidFill>
                <a:schemeClr val="bg1"/>
              </a:solidFill>
              <a:latin typeface="Poppins SemiBold" panose="00000700000000000000" pitchFamily="2" charset="0"/>
              <a:cs typeface="Poppins SemiBold" panose="00000700000000000000" pitchFamily="2" charset="0"/>
            </a:endParaRPr>
          </a:p>
        </p:txBody>
      </p:sp>
      <p:cxnSp>
        <p:nvCxnSpPr>
          <p:cNvPr id="36" name="Straight Connector 35">
            <a:extLst>
              <a:ext uri="{FF2B5EF4-FFF2-40B4-BE49-F238E27FC236}">
                <a16:creationId xmlns:a16="http://schemas.microsoft.com/office/drawing/2014/main" id="{9B09748A-7E53-4057-AA2E-4E4348BCB85D}"/>
              </a:ext>
            </a:extLst>
          </p:cNvPr>
          <p:cNvCxnSpPr>
            <a:cxnSpLocks/>
          </p:cNvCxnSpPr>
          <p:nvPr/>
        </p:nvCxnSpPr>
        <p:spPr>
          <a:xfrm>
            <a:off x="885152" y="4778276"/>
            <a:ext cx="674563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6A706BAF-BD1C-4D8A-954A-21026ABA4492}"/>
              </a:ext>
            </a:extLst>
          </p:cNvPr>
          <p:cNvSpPr txBox="1"/>
          <p:nvPr/>
        </p:nvSpPr>
        <p:spPr>
          <a:xfrm>
            <a:off x="986717" y="5027360"/>
            <a:ext cx="6444393" cy="954107"/>
          </a:xfrm>
          <a:prstGeom prst="rect">
            <a:avLst/>
          </a:prstGeom>
          <a:noFill/>
        </p:spPr>
        <p:txBody>
          <a:bodyPr wrap="none" rtlCol="0">
            <a:spAutoFit/>
          </a:bodyPr>
          <a:lstStyle/>
          <a:p>
            <a:r>
              <a:rPr lang="en-US" sz="2800" dirty="0" err="1">
                <a:solidFill>
                  <a:schemeClr val="bg1"/>
                </a:solidFill>
                <a:latin typeface="Poppins Medium" panose="00000600000000000000" pitchFamily="2" charset="0"/>
                <a:cs typeface="Poppins Medium" panose="00000600000000000000" pitchFamily="2" charset="0"/>
              </a:rPr>
              <a:t>Engenharia</a:t>
            </a:r>
            <a:r>
              <a:rPr lang="en-US" sz="2800" dirty="0">
                <a:solidFill>
                  <a:schemeClr val="bg1"/>
                </a:solidFill>
                <a:latin typeface="Poppins Medium" panose="00000600000000000000" pitchFamily="2" charset="0"/>
                <a:cs typeface="Poppins Medium" panose="00000600000000000000" pitchFamily="2" charset="0"/>
              </a:rPr>
              <a:t> </a:t>
            </a:r>
            <a:r>
              <a:rPr lang="en-US" sz="2800" dirty="0" err="1">
                <a:solidFill>
                  <a:schemeClr val="bg1"/>
                </a:solidFill>
                <a:latin typeface="Poppins Medium" panose="00000600000000000000" pitchFamily="2" charset="0"/>
                <a:cs typeface="Poppins Medium" panose="00000600000000000000" pitchFamily="2" charset="0"/>
              </a:rPr>
              <a:t>Informática</a:t>
            </a:r>
            <a:r>
              <a:rPr lang="en-US" sz="2800" dirty="0">
                <a:solidFill>
                  <a:schemeClr val="bg1"/>
                </a:solidFill>
                <a:latin typeface="Poppins Medium" panose="00000600000000000000" pitchFamily="2" charset="0"/>
                <a:cs typeface="Poppins Medium" panose="00000600000000000000" pitchFamily="2" charset="0"/>
              </a:rPr>
              <a:t> – </a:t>
            </a:r>
            <a:r>
              <a:rPr lang="en-US" sz="2800" dirty="0" err="1">
                <a:solidFill>
                  <a:schemeClr val="bg1"/>
                </a:solidFill>
                <a:latin typeface="Poppins Medium" panose="00000600000000000000" pitchFamily="2" charset="0"/>
                <a:cs typeface="Poppins Medium" panose="00000600000000000000" pitchFamily="2" charset="0"/>
              </a:rPr>
              <a:t>Projeto</a:t>
            </a:r>
            <a:r>
              <a:rPr lang="en-US" sz="2800" dirty="0">
                <a:solidFill>
                  <a:schemeClr val="bg1"/>
                </a:solidFill>
                <a:latin typeface="Poppins Medium" panose="00000600000000000000" pitchFamily="2" charset="0"/>
                <a:cs typeface="Poppins Medium" panose="00000600000000000000" pitchFamily="2" charset="0"/>
              </a:rPr>
              <a:t> II</a:t>
            </a:r>
          </a:p>
          <a:p>
            <a:r>
              <a:rPr lang="en-US" sz="2800" dirty="0">
                <a:solidFill>
                  <a:schemeClr val="bg1"/>
                </a:solidFill>
                <a:latin typeface="Poppins Medium" panose="00000600000000000000" pitchFamily="2" charset="0"/>
                <a:cs typeface="Poppins Medium" panose="00000600000000000000" pitchFamily="2" charset="0"/>
              </a:rPr>
              <a:t>Júlia Santos, 22301020</a:t>
            </a:r>
            <a:endParaRPr lang="en-US" sz="2800" dirty="0">
              <a:latin typeface="Poppins Medium" panose="00000600000000000000" pitchFamily="2" charset="0"/>
              <a:cs typeface="Poppins Medium" panose="00000600000000000000" pitchFamily="2"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5958" y="925974"/>
            <a:ext cx="1980073" cy="395315"/>
          </a:xfrm>
          <a:prstGeom prst="rect">
            <a:avLst/>
          </a:prstGeom>
        </p:spPr>
      </p:pic>
    </p:spTree>
    <p:extLst>
      <p:ext uri="{BB962C8B-B14F-4D97-AF65-F5344CB8AC3E}">
        <p14:creationId xmlns:p14="http://schemas.microsoft.com/office/powerpoint/2010/main" val="30534232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8F32D840-9A65-47B4-A337-9AF151DBA4F4}"/>
              </a:ext>
            </a:extLst>
          </p:cNvPr>
          <p:cNvSpPr txBox="1"/>
          <p:nvPr/>
        </p:nvSpPr>
        <p:spPr>
          <a:xfrm>
            <a:off x="388716" y="1483940"/>
            <a:ext cx="6687945" cy="1205458"/>
          </a:xfrm>
          <a:prstGeom prst="rect">
            <a:avLst/>
          </a:prstGeom>
          <a:noFill/>
        </p:spPr>
        <p:txBody>
          <a:bodyPr wrap="square" rtlCol="0">
            <a:spAutoFit/>
          </a:bodyPr>
          <a:lstStyle/>
          <a:p>
            <a:pPr>
              <a:lnSpc>
                <a:spcPct val="90000"/>
              </a:lnSpc>
            </a:pPr>
            <a:r>
              <a:rPr lang="en-US" sz="4000" dirty="0" err="1">
                <a:latin typeface="Poppins Medium" panose="00000600000000000000" pitchFamily="2" charset="0"/>
                <a:cs typeface="Poppins Medium" panose="00000600000000000000" pitchFamily="2" charset="0"/>
              </a:rPr>
              <a:t>Porque</a:t>
            </a:r>
            <a:r>
              <a:rPr lang="en-US" sz="4000" dirty="0">
                <a:latin typeface="Poppins Medium" panose="00000600000000000000" pitchFamily="2" charset="0"/>
                <a:cs typeface="Poppins Medium" panose="00000600000000000000" pitchFamily="2" charset="0"/>
              </a:rPr>
              <a:t> </a:t>
            </a:r>
            <a:r>
              <a:rPr lang="en-US" sz="4000" dirty="0" err="1">
                <a:latin typeface="Poppins Medium" panose="00000600000000000000" pitchFamily="2" charset="0"/>
                <a:cs typeface="Poppins Medium" panose="00000600000000000000" pitchFamily="2" charset="0"/>
              </a:rPr>
              <a:t>desenvolvi</a:t>
            </a:r>
            <a:r>
              <a:rPr lang="en-US" sz="4000" dirty="0">
                <a:latin typeface="Poppins Medium" panose="00000600000000000000" pitchFamily="2" charset="0"/>
                <a:cs typeface="Poppins Medium" panose="00000600000000000000" pitchFamily="2" charset="0"/>
              </a:rPr>
              <a:t> </a:t>
            </a:r>
            <a:r>
              <a:rPr lang="en-US" sz="4000" dirty="0" err="1">
                <a:latin typeface="Poppins Medium" panose="00000600000000000000" pitchFamily="2" charset="0"/>
                <a:cs typeface="Poppins Medium" panose="00000600000000000000" pitchFamily="2" charset="0"/>
              </a:rPr>
              <a:t>essa</a:t>
            </a:r>
            <a:r>
              <a:rPr lang="en-US" sz="4000" dirty="0">
                <a:latin typeface="Poppins Medium" panose="00000600000000000000" pitchFamily="2" charset="0"/>
                <a:cs typeface="Poppins Medium" panose="00000600000000000000" pitchFamily="2" charset="0"/>
              </a:rPr>
              <a:t> </a:t>
            </a:r>
            <a:r>
              <a:rPr lang="en-US" sz="4000" dirty="0" err="1">
                <a:latin typeface="Poppins Medium" panose="00000600000000000000" pitchFamily="2" charset="0"/>
                <a:cs typeface="Poppins Medium" panose="00000600000000000000" pitchFamily="2" charset="0"/>
              </a:rPr>
              <a:t>aplicação</a:t>
            </a:r>
            <a:r>
              <a:rPr lang="en-US" sz="4000" dirty="0">
                <a:latin typeface="Poppins Medium" panose="00000600000000000000" pitchFamily="2" charset="0"/>
                <a:cs typeface="Poppins Medium" panose="00000600000000000000" pitchFamily="2" charset="0"/>
              </a:rPr>
              <a:t>?</a:t>
            </a:r>
          </a:p>
        </p:txBody>
      </p:sp>
      <p:sp>
        <p:nvSpPr>
          <p:cNvPr id="26" name="Rectangle 25">
            <a:extLst>
              <a:ext uri="{FF2B5EF4-FFF2-40B4-BE49-F238E27FC236}">
                <a16:creationId xmlns:a16="http://schemas.microsoft.com/office/drawing/2014/main" id="{7A32FB50-E0F4-45F9-A8A6-5BF3CBBCCE23}"/>
              </a:ext>
            </a:extLst>
          </p:cNvPr>
          <p:cNvSpPr/>
          <p:nvPr/>
        </p:nvSpPr>
        <p:spPr>
          <a:xfrm>
            <a:off x="388715" y="2768219"/>
            <a:ext cx="6759507" cy="2308324"/>
          </a:xfrm>
          <a:prstGeom prst="rect">
            <a:avLst/>
          </a:prstGeom>
        </p:spPr>
        <p:txBody>
          <a:bodyPr wrap="square">
            <a:spAutoFit/>
          </a:bodyPr>
          <a:lstStyle/>
          <a:p>
            <a:pPr algn="just"/>
            <a:r>
              <a:rPr lang="pt-PT" sz="1600" dirty="0"/>
              <a:t>A ideia do </a:t>
            </a:r>
            <a:r>
              <a:rPr lang="pt-PT" sz="1600" dirty="0" err="1"/>
              <a:t>RentScope</a:t>
            </a:r>
            <a:r>
              <a:rPr lang="pt-PT" sz="1600" dirty="0"/>
              <a:t> surgiu de uma experiência pessoal. Quando me mudei do Brasil para Portugal para estudar, tive dificuldade em encontrar um local para morar porque as informações relevantes estavam dispersas em diferentes fontes. Era necessário consultar separadamente preços de arrendamento, transportes, segurança e serviços disponíveis na região.</a:t>
            </a:r>
          </a:p>
          <a:p>
            <a:endParaRPr lang="pt-PT" sz="1600" dirty="0"/>
          </a:p>
          <a:p>
            <a:pPr algn="just"/>
            <a:r>
              <a:rPr lang="pt-PT" sz="1600" dirty="0"/>
              <a:t>O objetivo da aplicação foi reunir esses dados num único sistema e apresentá-los de forma visual e intuitiva, através de um mapa interativo, facilitando a comparação entre diferentes localidades e apoiando a tomada de decisão.</a:t>
            </a:r>
          </a:p>
        </p:txBody>
      </p:sp>
      <p:pic>
        <p:nvPicPr>
          <p:cNvPr id="4" name="Imagem 3">
            <a:extLst>
              <a:ext uri="{FF2B5EF4-FFF2-40B4-BE49-F238E27FC236}">
                <a16:creationId xmlns:a16="http://schemas.microsoft.com/office/drawing/2014/main" id="{78E06A09-DC75-81A4-AB44-DECE5E47EC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22496" y="1395412"/>
            <a:ext cx="5410200" cy="4067175"/>
          </a:xfrm>
          <a:prstGeom prst="rect">
            <a:avLst/>
          </a:prstGeom>
        </p:spPr>
      </p:pic>
    </p:spTree>
    <p:extLst>
      <p:ext uri="{BB962C8B-B14F-4D97-AF65-F5344CB8AC3E}">
        <p14:creationId xmlns:p14="http://schemas.microsoft.com/office/powerpoint/2010/main" val="25932222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9471F-038E-046E-8A55-9F43614837C3}"/>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BA141B6C-269E-B1AB-A684-14EA271A8968}"/>
              </a:ext>
            </a:extLst>
          </p:cNvPr>
          <p:cNvSpPr txBox="1"/>
          <p:nvPr/>
        </p:nvSpPr>
        <p:spPr>
          <a:xfrm>
            <a:off x="3869186" y="810453"/>
            <a:ext cx="4103770" cy="651460"/>
          </a:xfrm>
          <a:prstGeom prst="rect">
            <a:avLst/>
          </a:prstGeom>
          <a:noFill/>
        </p:spPr>
        <p:txBody>
          <a:bodyPr wrap="square" rtlCol="0">
            <a:spAutoFit/>
          </a:bodyPr>
          <a:lstStyle/>
          <a:p>
            <a:pPr>
              <a:lnSpc>
                <a:spcPct val="90000"/>
              </a:lnSpc>
            </a:pPr>
            <a:r>
              <a:rPr lang="en-US" sz="4000" dirty="0">
                <a:latin typeface="Poppins Medium" panose="00000600000000000000" pitchFamily="2" charset="0"/>
                <a:cs typeface="Poppins Medium" panose="00000600000000000000" pitchFamily="2" charset="0"/>
              </a:rPr>
              <a:t>Stack </a:t>
            </a:r>
            <a:r>
              <a:rPr lang="en-US" sz="4000" dirty="0" err="1">
                <a:latin typeface="Poppins Medium" panose="00000600000000000000" pitchFamily="2" charset="0"/>
                <a:cs typeface="Poppins Medium" panose="00000600000000000000" pitchFamily="2" charset="0"/>
              </a:rPr>
              <a:t>Utilizada</a:t>
            </a:r>
            <a:endParaRPr lang="en-US" sz="4000" dirty="0">
              <a:latin typeface="Poppins Medium" panose="00000600000000000000" pitchFamily="2" charset="0"/>
              <a:cs typeface="Poppins Medium" panose="00000600000000000000" pitchFamily="2" charset="0"/>
            </a:endParaRPr>
          </a:p>
        </p:txBody>
      </p:sp>
      <p:sp>
        <p:nvSpPr>
          <p:cNvPr id="26" name="Rectangle 25">
            <a:extLst>
              <a:ext uri="{FF2B5EF4-FFF2-40B4-BE49-F238E27FC236}">
                <a16:creationId xmlns:a16="http://schemas.microsoft.com/office/drawing/2014/main" id="{E730954F-0162-EAA1-E736-7A90FA813F1F}"/>
              </a:ext>
            </a:extLst>
          </p:cNvPr>
          <p:cNvSpPr/>
          <p:nvPr/>
        </p:nvSpPr>
        <p:spPr>
          <a:xfrm>
            <a:off x="5489680" y="1766029"/>
            <a:ext cx="1050470" cy="422360"/>
          </a:xfrm>
          <a:prstGeom prst="rect">
            <a:avLst/>
          </a:prstGeom>
        </p:spPr>
        <p:txBody>
          <a:bodyPr wrap="square">
            <a:spAutoFit/>
          </a:bodyPr>
          <a:lstStyle/>
          <a:p>
            <a:pPr>
              <a:lnSpc>
                <a:spcPct val="150000"/>
              </a:lnSpc>
            </a:pPr>
            <a:r>
              <a:rPr lang="en-US" sz="1600" dirty="0">
                <a:latin typeface="Open Sans" panose="020B0606030504020204" pitchFamily="34" charset="0"/>
                <a:ea typeface="Open Sans" panose="020B0606030504020204" pitchFamily="34" charset="0"/>
                <a:cs typeface="Open Sans" panose="020B0606030504020204" pitchFamily="34" charset="0"/>
              </a:rPr>
              <a:t>Backend</a:t>
            </a:r>
          </a:p>
        </p:txBody>
      </p:sp>
      <p:sp>
        <p:nvSpPr>
          <p:cNvPr id="2" name="Rectangle 25">
            <a:extLst>
              <a:ext uri="{FF2B5EF4-FFF2-40B4-BE49-F238E27FC236}">
                <a16:creationId xmlns:a16="http://schemas.microsoft.com/office/drawing/2014/main" id="{73C9192A-955F-1379-A350-6C4C169F0A59}"/>
              </a:ext>
            </a:extLst>
          </p:cNvPr>
          <p:cNvSpPr/>
          <p:nvPr/>
        </p:nvSpPr>
        <p:spPr>
          <a:xfrm>
            <a:off x="9858271" y="1770773"/>
            <a:ext cx="1796996" cy="422360"/>
          </a:xfrm>
          <a:prstGeom prst="rect">
            <a:avLst/>
          </a:prstGeom>
        </p:spPr>
        <p:txBody>
          <a:bodyPr wrap="square">
            <a:spAutoFit/>
          </a:bodyPr>
          <a:lstStyle/>
          <a:p>
            <a:pPr>
              <a:lnSpc>
                <a:spcPct val="150000"/>
              </a:lnSpc>
            </a:pPr>
            <a:r>
              <a:rPr lang="en-US" sz="1600" dirty="0" err="1">
                <a:latin typeface="Open Sans" panose="020B0606030504020204" pitchFamily="34" charset="0"/>
                <a:ea typeface="Open Sans" panose="020B0606030504020204" pitchFamily="34" charset="0"/>
                <a:cs typeface="Open Sans" panose="020B0606030504020204" pitchFamily="34" charset="0"/>
              </a:rPr>
              <a:t>Aplicação</a:t>
            </a:r>
            <a:r>
              <a:rPr lang="en-US" sz="1600" dirty="0">
                <a:latin typeface="Open Sans" panose="020B0606030504020204" pitchFamily="34" charset="0"/>
                <a:ea typeface="Open Sans" panose="020B0606030504020204" pitchFamily="34" charset="0"/>
                <a:cs typeface="Open Sans" panose="020B0606030504020204" pitchFamily="34" charset="0"/>
              </a:rPr>
              <a:t> Mobile</a:t>
            </a:r>
          </a:p>
        </p:txBody>
      </p:sp>
      <p:sp>
        <p:nvSpPr>
          <p:cNvPr id="3" name="Rectangle 25">
            <a:extLst>
              <a:ext uri="{FF2B5EF4-FFF2-40B4-BE49-F238E27FC236}">
                <a16:creationId xmlns:a16="http://schemas.microsoft.com/office/drawing/2014/main" id="{C13D3FC9-3905-D406-37FC-17A0C5FAEEFE}"/>
              </a:ext>
            </a:extLst>
          </p:cNvPr>
          <p:cNvSpPr/>
          <p:nvPr/>
        </p:nvSpPr>
        <p:spPr>
          <a:xfrm>
            <a:off x="2855845" y="1764494"/>
            <a:ext cx="1622066" cy="422360"/>
          </a:xfrm>
          <a:prstGeom prst="rect">
            <a:avLst/>
          </a:prstGeom>
        </p:spPr>
        <p:txBody>
          <a:bodyPr wrap="square">
            <a:spAutoFit/>
          </a:bodyPr>
          <a:lstStyle/>
          <a:p>
            <a:pPr>
              <a:lnSpc>
                <a:spcPct val="150000"/>
              </a:lnSpc>
            </a:pPr>
            <a:r>
              <a:rPr lang="en-US" sz="1600" dirty="0">
                <a:latin typeface="Open Sans" panose="020B0606030504020204" pitchFamily="34" charset="0"/>
                <a:ea typeface="Open Sans" panose="020B0606030504020204" pitchFamily="34" charset="0"/>
                <a:cs typeface="Open Sans" panose="020B0606030504020204" pitchFamily="34" charset="0"/>
              </a:rPr>
              <a:t>Base de Dados</a:t>
            </a:r>
          </a:p>
        </p:txBody>
      </p:sp>
      <p:sp>
        <p:nvSpPr>
          <p:cNvPr id="4" name="Rectangle 25">
            <a:extLst>
              <a:ext uri="{FF2B5EF4-FFF2-40B4-BE49-F238E27FC236}">
                <a16:creationId xmlns:a16="http://schemas.microsoft.com/office/drawing/2014/main" id="{E5F0D000-E632-B6C9-197F-0FF2B79ED919}"/>
              </a:ext>
            </a:extLst>
          </p:cNvPr>
          <p:cNvSpPr/>
          <p:nvPr/>
        </p:nvSpPr>
        <p:spPr>
          <a:xfrm>
            <a:off x="966296" y="1764494"/>
            <a:ext cx="551291" cy="422360"/>
          </a:xfrm>
          <a:prstGeom prst="rect">
            <a:avLst/>
          </a:prstGeom>
        </p:spPr>
        <p:txBody>
          <a:bodyPr wrap="square">
            <a:spAutoFit/>
          </a:bodyPr>
          <a:lstStyle/>
          <a:p>
            <a:pPr>
              <a:lnSpc>
                <a:spcPct val="150000"/>
              </a:lnSpc>
            </a:pPr>
            <a:r>
              <a:rPr lang="en-US" sz="1600" dirty="0">
                <a:latin typeface="Open Sans" panose="020B0606030504020204" pitchFamily="34" charset="0"/>
                <a:ea typeface="Open Sans" panose="020B0606030504020204" pitchFamily="34" charset="0"/>
                <a:cs typeface="Open Sans" panose="020B0606030504020204" pitchFamily="34" charset="0"/>
              </a:rPr>
              <a:t>ETL</a:t>
            </a:r>
          </a:p>
        </p:txBody>
      </p:sp>
      <p:sp>
        <p:nvSpPr>
          <p:cNvPr id="5" name="Rectangle 25">
            <a:extLst>
              <a:ext uri="{FF2B5EF4-FFF2-40B4-BE49-F238E27FC236}">
                <a16:creationId xmlns:a16="http://schemas.microsoft.com/office/drawing/2014/main" id="{29099417-11F7-48FF-2871-D3CD89159677}"/>
              </a:ext>
            </a:extLst>
          </p:cNvPr>
          <p:cNvSpPr/>
          <p:nvPr/>
        </p:nvSpPr>
        <p:spPr>
          <a:xfrm>
            <a:off x="4967802" y="4251402"/>
            <a:ext cx="2171583" cy="422360"/>
          </a:xfrm>
          <a:prstGeom prst="rect">
            <a:avLst/>
          </a:prstGeom>
        </p:spPr>
        <p:txBody>
          <a:bodyPr wrap="square">
            <a:spAutoFit/>
          </a:bodyPr>
          <a:lstStyle/>
          <a:p>
            <a:pPr>
              <a:lnSpc>
                <a:spcPct val="150000"/>
              </a:lnSpc>
            </a:pPr>
            <a:r>
              <a:rPr lang="en-US" sz="1600" dirty="0" err="1">
                <a:latin typeface="Open Sans" panose="020B0606030504020204" pitchFamily="34" charset="0"/>
                <a:ea typeface="Open Sans" panose="020B0606030504020204" pitchFamily="34" charset="0"/>
                <a:cs typeface="Open Sans" panose="020B0606030504020204" pitchFamily="34" charset="0"/>
              </a:rPr>
              <a:t>Integrações</a:t>
            </a:r>
            <a:r>
              <a:rPr lang="en-US" sz="1600" dirty="0">
                <a:latin typeface="Open Sans" panose="020B0606030504020204" pitchFamily="34" charset="0"/>
                <a:ea typeface="Open Sans" panose="020B0606030504020204" pitchFamily="34" charset="0"/>
                <a:cs typeface="Open Sans" panose="020B0606030504020204" pitchFamily="34" charset="0"/>
              </a:rPr>
              <a:t> </a:t>
            </a:r>
            <a:r>
              <a:rPr lang="en-US" sz="1600" dirty="0" err="1">
                <a:latin typeface="Open Sans" panose="020B0606030504020204" pitchFamily="34" charset="0"/>
                <a:ea typeface="Open Sans" panose="020B0606030504020204" pitchFamily="34" charset="0"/>
                <a:cs typeface="Open Sans" panose="020B0606030504020204" pitchFamily="34" charset="0"/>
              </a:rPr>
              <a:t>Externas</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6" name="Rectangle 25">
            <a:extLst>
              <a:ext uri="{FF2B5EF4-FFF2-40B4-BE49-F238E27FC236}">
                <a16:creationId xmlns:a16="http://schemas.microsoft.com/office/drawing/2014/main" id="{4DF967AE-2242-BF0A-736B-3E772E9A97A1}"/>
              </a:ext>
            </a:extLst>
          </p:cNvPr>
          <p:cNvSpPr/>
          <p:nvPr/>
        </p:nvSpPr>
        <p:spPr>
          <a:xfrm>
            <a:off x="7828722" y="1770773"/>
            <a:ext cx="1223176" cy="422360"/>
          </a:xfrm>
          <a:prstGeom prst="rect">
            <a:avLst/>
          </a:prstGeom>
        </p:spPr>
        <p:txBody>
          <a:bodyPr wrap="square">
            <a:spAutoFit/>
          </a:bodyPr>
          <a:lstStyle/>
          <a:p>
            <a:pPr>
              <a:lnSpc>
                <a:spcPct val="150000"/>
              </a:lnSpc>
            </a:pPr>
            <a:r>
              <a:rPr lang="en-US" sz="1600" dirty="0">
                <a:latin typeface="Open Sans" panose="020B0606030504020204" pitchFamily="34" charset="0"/>
                <a:ea typeface="Open Sans" panose="020B0606030504020204" pitchFamily="34" charset="0"/>
                <a:cs typeface="Open Sans" panose="020B0606030504020204" pitchFamily="34" charset="0"/>
              </a:rPr>
              <a:t>API Deploy</a:t>
            </a:r>
          </a:p>
        </p:txBody>
      </p:sp>
      <p:sp>
        <p:nvSpPr>
          <p:cNvPr id="7" name="Rectangle 25">
            <a:extLst>
              <a:ext uri="{FF2B5EF4-FFF2-40B4-BE49-F238E27FC236}">
                <a16:creationId xmlns:a16="http://schemas.microsoft.com/office/drawing/2014/main" id="{59956B6A-58C1-FC2E-ADE6-019BAD253A76}"/>
              </a:ext>
            </a:extLst>
          </p:cNvPr>
          <p:cNvSpPr/>
          <p:nvPr/>
        </p:nvSpPr>
        <p:spPr>
          <a:xfrm>
            <a:off x="9796893" y="4205209"/>
            <a:ext cx="2060265" cy="422360"/>
          </a:xfrm>
          <a:prstGeom prst="rect">
            <a:avLst/>
          </a:prstGeom>
        </p:spPr>
        <p:txBody>
          <a:bodyPr wrap="square">
            <a:spAutoFit/>
          </a:bodyPr>
          <a:lstStyle/>
          <a:p>
            <a:pPr>
              <a:lnSpc>
                <a:spcPct val="150000"/>
              </a:lnSpc>
            </a:pPr>
            <a:r>
              <a:rPr lang="en-US" sz="1600" dirty="0" err="1">
                <a:latin typeface="Open Sans" panose="020B0606030504020204" pitchFamily="34" charset="0"/>
                <a:ea typeface="Open Sans" panose="020B0606030504020204" pitchFamily="34" charset="0"/>
                <a:cs typeface="Open Sans" panose="020B0606030504020204" pitchFamily="34" charset="0"/>
              </a:rPr>
              <a:t>Distribuição</a:t>
            </a:r>
            <a:r>
              <a:rPr lang="en-US" sz="1600" dirty="0">
                <a:latin typeface="Open Sans" panose="020B0606030504020204" pitchFamily="34" charset="0"/>
                <a:ea typeface="Open Sans" panose="020B0606030504020204" pitchFamily="34" charset="0"/>
                <a:cs typeface="Open Sans" panose="020B0606030504020204" pitchFamily="34" charset="0"/>
              </a:rPr>
              <a:t> do APK</a:t>
            </a:r>
          </a:p>
        </p:txBody>
      </p:sp>
      <p:sp>
        <p:nvSpPr>
          <p:cNvPr id="8" name="Retângulo: Único Canto Arredondado 7">
            <a:extLst>
              <a:ext uri="{FF2B5EF4-FFF2-40B4-BE49-F238E27FC236}">
                <a16:creationId xmlns:a16="http://schemas.microsoft.com/office/drawing/2014/main" id="{BE9C8946-3FDA-6488-B4E3-AD6F7E86BD84}"/>
              </a:ext>
            </a:extLst>
          </p:cNvPr>
          <p:cNvSpPr/>
          <p:nvPr/>
        </p:nvSpPr>
        <p:spPr>
          <a:xfrm>
            <a:off x="131199" y="2193133"/>
            <a:ext cx="2297927" cy="2024947"/>
          </a:xfrm>
          <a:prstGeom prst="round1Rect">
            <a:avLst/>
          </a:prstGeom>
          <a:solidFill>
            <a:schemeClr val="bg2">
              <a:lumMod val="90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Retângulo: Único Canto Arredondado 9">
            <a:extLst>
              <a:ext uri="{FF2B5EF4-FFF2-40B4-BE49-F238E27FC236}">
                <a16:creationId xmlns:a16="http://schemas.microsoft.com/office/drawing/2014/main" id="{3CE08500-8A81-B711-BA92-82D824CBA3F4}"/>
              </a:ext>
            </a:extLst>
          </p:cNvPr>
          <p:cNvSpPr/>
          <p:nvPr/>
        </p:nvSpPr>
        <p:spPr>
          <a:xfrm>
            <a:off x="2517915" y="2226454"/>
            <a:ext cx="2297927" cy="1991627"/>
          </a:xfrm>
          <a:prstGeom prst="round1Rect">
            <a:avLst/>
          </a:prstGeom>
          <a:solidFill>
            <a:schemeClr val="bg2">
              <a:lumMod val="90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Retângulo: Único Canto Arredondado 10">
            <a:extLst>
              <a:ext uri="{FF2B5EF4-FFF2-40B4-BE49-F238E27FC236}">
                <a16:creationId xmlns:a16="http://schemas.microsoft.com/office/drawing/2014/main" id="{A0B56136-0165-46F8-DC8F-840CE05635E1}"/>
              </a:ext>
            </a:extLst>
          </p:cNvPr>
          <p:cNvSpPr/>
          <p:nvPr/>
        </p:nvSpPr>
        <p:spPr>
          <a:xfrm>
            <a:off x="4904631" y="2226453"/>
            <a:ext cx="2297927" cy="1991627"/>
          </a:xfrm>
          <a:prstGeom prst="round1Rect">
            <a:avLst/>
          </a:prstGeom>
          <a:solidFill>
            <a:schemeClr val="bg2">
              <a:lumMod val="90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tângulo: Único Canto Arredondado 12">
            <a:extLst>
              <a:ext uri="{FF2B5EF4-FFF2-40B4-BE49-F238E27FC236}">
                <a16:creationId xmlns:a16="http://schemas.microsoft.com/office/drawing/2014/main" id="{6B09FD75-CBF1-F1BD-1872-B866BEE1747A}"/>
              </a:ext>
            </a:extLst>
          </p:cNvPr>
          <p:cNvSpPr/>
          <p:nvPr/>
        </p:nvSpPr>
        <p:spPr>
          <a:xfrm>
            <a:off x="7291347" y="2226453"/>
            <a:ext cx="2297927" cy="1991627"/>
          </a:xfrm>
          <a:prstGeom prst="round1Rect">
            <a:avLst/>
          </a:prstGeom>
          <a:solidFill>
            <a:schemeClr val="bg2">
              <a:lumMod val="90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Retângulo: Único Canto Arredondado 13">
            <a:extLst>
              <a:ext uri="{FF2B5EF4-FFF2-40B4-BE49-F238E27FC236}">
                <a16:creationId xmlns:a16="http://schemas.microsoft.com/office/drawing/2014/main" id="{CF76EF60-CCB3-D8FA-51CB-762D2473D59B}"/>
              </a:ext>
            </a:extLst>
          </p:cNvPr>
          <p:cNvSpPr/>
          <p:nvPr/>
        </p:nvSpPr>
        <p:spPr>
          <a:xfrm>
            <a:off x="9678063" y="2226453"/>
            <a:ext cx="2297927" cy="1991627"/>
          </a:xfrm>
          <a:prstGeom prst="round1Rect">
            <a:avLst/>
          </a:prstGeom>
          <a:solidFill>
            <a:schemeClr val="bg2">
              <a:lumMod val="90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 name="Retângulo: Único Canto Arredondado 15">
            <a:extLst>
              <a:ext uri="{FF2B5EF4-FFF2-40B4-BE49-F238E27FC236}">
                <a16:creationId xmlns:a16="http://schemas.microsoft.com/office/drawing/2014/main" id="{E64B395E-C200-807B-6379-9B25A49DD8C4}"/>
              </a:ext>
            </a:extLst>
          </p:cNvPr>
          <p:cNvSpPr/>
          <p:nvPr/>
        </p:nvSpPr>
        <p:spPr>
          <a:xfrm>
            <a:off x="4947036" y="4707084"/>
            <a:ext cx="2297927" cy="1991627"/>
          </a:xfrm>
          <a:prstGeom prst="round1Rect">
            <a:avLst/>
          </a:prstGeom>
          <a:solidFill>
            <a:schemeClr val="bg2">
              <a:lumMod val="90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Retângulo: Único Canto Arredondado 16">
            <a:extLst>
              <a:ext uri="{FF2B5EF4-FFF2-40B4-BE49-F238E27FC236}">
                <a16:creationId xmlns:a16="http://schemas.microsoft.com/office/drawing/2014/main" id="{B62C99D2-9153-498C-974B-71DC2E5A5F4C}"/>
              </a:ext>
            </a:extLst>
          </p:cNvPr>
          <p:cNvSpPr/>
          <p:nvPr/>
        </p:nvSpPr>
        <p:spPr>
          <a:xfrm>
            <a:off x="9678061" y="4673762"/>
            <a:ext cx="2297927" cy="1991627"/>
          </a:xfrm>
          <a:prstGeom prst="round1Rect">
            <a:avLst/>
          </a:prstGeom>
          <a:solidFill>
            <a:schemeClr val="bg2">
              <a:lumMod val="90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Rectangle 25">
            <a:extLst>
              <a:ext uri="{FF2B5EF4-FFF2-40B4-BE49-F238E27FC236}">
                <a16:creationId xmlns:a16="http://schemas.microsoft.com/office/drawing/2014/main" id="{81ACF01C-807E-7A83-81D6-8FE316561E35}"/>
              </a:ext>
            </a:extLst>
          </p:cNvPr>
          <p:cNvSpPr/>
          <p:nvPr/>
        </p:nvSpPr>
        <p:spPr>
          <a:xfrm>
            <a:off x="216010" y="2238312"/>
            <a:ext cx="1622066" cy="1162113"/>
          </a:xfrm>
          <a:prstGeom prst="rect">
            <a:avLst/>
          </a:prstGeom>
        </p:spPr>
        <p:txBody>
          <a:bodyPr wrap="square">
            <a:spAutoFit/>
          </a:bodyPr>
          <a:lstStyle/>
          <a:p>
            <a:pPr marL="285750" indent="-285750">
              <a:lnSpc>
                <a:spcPct val="150000"/>
              </a:lnSpc>
              <a:buFont typeface="Arial" panose="020B0604020202020204" pitchFamily="34" charset="0"/>
              <a:buChar char="•"/>
            </a:pPr>
            <a:r>
              <a:rPr lang="pt-BR" sz="1600" dirty="0"/>
              <a:t>Python</a:t>
            </a:r>
          </a:p>
          <a:p>
            <a:pPr marL="285750" indent="-285750">
              <a:lnSpc>
                <a:spcPct val="150000"/>
              </a:lnSpc>
              <a:buFont typeface="Arial" panose="020B0604020202020204" pitchFamily="34" charset="0"/>
              <a:buChar char="•"/>
            </a:pPr>
            <a:r>
              <a:rPr lang="pt-BR" sz="1600" dirty="0"/>
              <a:t>CSV</a:t>
            </a:r>
            <a:endParaRPr lang="en-US" sz="1600" dirty="0">
              <a:latin typeface="Open Sans" panose="020B0606030504020204" pitchFamily="34" charset="0"/>
              <a:ea typeface="Open Sans" panose="020B0606030504020204" pitchFamily="34" charset="0"/>
              <a:cs typeface="Open Sans" panose="020B0606030504020204" pitchFamily="34" charset="0"/>
            </a:endParaRPr>
          </a:p>
          <a:p>
            <a:pPr>
              <a:lnSpc>
                <a:spcPct val="150000"/>
              </a:lnSpc>
            </a:pPr>
            <a:r>
              <a:rPr lang="pt-BR" sz="1600" dirty="0"/>
              <a:t> </a:t>
            </a:r>
          </a:p>
        </p:txBody>
      </p:sp>
      <p:sp>
        <p:nvSpPr>
          <p:cNvPr id="19" name="Rectangle 25">
            <a:extLst>
              <a:ext uri="{FF2B5EF4-FFF2-40B4-BE49-F238E27FC236}">
                <a16:creationId xmlns:a16="http://schemas.microsoft.com/office/drawing/2014/main" id="{63F7B369-E777-9483-ACEA-E4E99F8F6E37}"/>
              </a:ext>
            </a:extLst>
          </p:cNvPr>
          <p:cNvSpPr/>
          <p:nvPr/>
        </p:nvSpPr>
        <p:spPr>
          <a:xfrm>
            <a:off x="2706535" y="2266887"/>
            <a:ext cx="1622066" cy="1208279"/>
          </a:xfrm>
          <a:prstGeom prst="rect">
            <a:avLst/>
          </a:prstGeom>
        </p:spPr>
        <p:txBody>
          <a:bodyPr wrap="square">
            <a:spAutoFit/>
          </a:bodyPr>
          <a:lstStyle/>
          <a:p>
            <a:pPr marL="285750" indent="-285750">
              <a:lnSpc>
                <a:spcPct val="150000"/>
              </a:lnSpc>
              <a:buFont typeface="Arial" panose="020B0604020202020204" pitchFamily="34" charset="0"/>
              <a:buChar char="•"/>
            </a:pPr>
            <a:r>
              <a:rPr lang="pt-BR" sz="1600" dirty="0"/>
              <a:t>PostgreSQL</a:t>
            </a:r>
          </a:p>
          <a:p>
            <a:pPr marL="285750" indent="-285750">
              <a:lnSpc>
                <a:spcPct val="150000"/>
              </a:lnSpc>
              <a:buFont typeface="Arial" panose="020B0604020202020204" pitchFamily="34" charset="0"/>
              <a:buChar char="•"/>
            </a:pPr>
            <a:r>
              <a:rPr lang="pt-BR" sz="1600" dirty="0" err="1"/>
              <a:t>Supabase</a:t>
            </a:r>
            <a:endParaRPr lang="en-US" sz="1600" dirty="0">
              <a:latin typeface="Open Sans" panose="020B0606030504020204" pitchFamily="34" charset="0"/>
              <a:ea typeface="Open Sans" panose="020B0606030504020204" pitchFamily="34" charset="0"/>
              <a:cs typeface="Open Sans" panose="020B0606030504020204" pitchFamily="34" charset="0"/>
            </a:endParaRPr>
          </a:p>
          <a:p>
            <a:pPr>
              <a:lnSpc>
                <a:spcPct val="150000"/>
              </a:lnSpc>
            </a:pPr>
            <a:r>
              <a:rPr lang="pt-BR" sz="1600" dirty="0"/>
              <a:t> </a:t>
            </a:r>
          </a:p>
        </p:txBody>
      </p:sp>
      <p:sp>
        <p:nvSpPr>
          <p:cNvPr id="20" name="Rectangle 25">
            <a:extLst>
              <a:ext uri="{FF2B5EF4-FFF2-40B4-BE49-F238E27FC236}">
                <a16:creationId xmlns:a16="http://schemas.microsoft.com/office/drawing/2014/main" id="{B8FE59E8-157A-0189-7BD2-3BD16D6F3B65}"/>
              </a:ext>
            </a:extLst>
          </p:cNvPr>
          <p:cNvSpPr/>
          <p:nvPr/>
        </p:nvSpPr>
        <p:spPr>
          <a:xfrm>
            <a:off x="5110038" y="2266887"/>
            <a:ext cx="1622066" cy="1203535"/>
          </a:xfrm>
          <a:prstGeom prst="rect">
            <a:avLst/>
          </a:prstGeom>
        </p:spPr>
        <p:txBody>
          <a:bodyPr wrap="square">
            <a:spAutoFit/>
          </a:bodyPr>
          <a:lstStyle/>
          <a:p>
            <a:pPr marL="285750" indent="-285750">
              <a:lnSpc>
                <a:spcPct val="150000"/>
              </a:lnSpc>
              <a:buFont typeface="Arial" panose="020B0604020202020204" pitchFamily="34" charset="0"/>
              <a:buChar char="•"/>
            </a:pPr>
            <a:r>
              <a:rPr lang="pt-BR" sz="1600" dirty="0"/>
              <a:t>Python</a:t>
            </a:r>
          </a:p>
          <a:p>
            <a:pPr marL="285750" indent="-285750">
              <a:lnSpc>
                <a:spcPct val="150000"/>
              </a:lnSpc>
              <a:buFont typeface="Arial" panose="020B0604020202020204" pitchFamily="34" charset="0"/>
              <a:buChar char="•"/>
            </a:pPr>
            <a:r>
              <a:rPr lang="pt-BR" sz="1600" dirty="0" err="1"/>
              <a:t>FastAPI</a:t>
            </a:r>
            <a:endParaRPr lang="pt-BR" sz="1600" dirty="0"/>
          </a:p>
          <a:p>
            <a:pPr marL="285750" indent="-285750">
              <a:lnSpc>
                <a:spcPct val="150000"/>
              </a:lnSpc>
              <a:buFont typeface="Arial" panose="020B0604020202020204" pitchFamily="34" charset="0"/>
              <a:buChar char="•"/>
            </a:pPr>
            <a:r>
              <a:rPr lang="pt-BR" sz="1600" dirty="0" err="1"/>
              <a:t>Uvicorn</a:t>
            </a:r>
            <a:r>
              <a:rPr lang="pt-BR" sz="1600" dirty="0"/>
              <a:t> </a:t>
            </a:r>
          </a:p>
        </p:txBody>
      </p:sp>
      <p:sp>
        <p:nvSpPr>
          <p:cNvPr id="21" name="Rectangle 25">
            <a:extLst>
              <a:ext uri="{FF2B5EF4-FFF2-40B4-BE49-F238E27FC236}">
                <a16:creationId xmlns:a16="http://schemas.microsoft.com/office/drawing/2014/main" id="{0CED4420-88EC-9095-CD30-9708918D75EA}"/>
              </a:ext>
            </a:extLst>
          </p:cNvPr>
          <p:cNvSpPr/>
          <p:nvPr/>
        </p:nvSpPr>
        <p:spPr>
          <a:xfrm>
            <a:off x="7560365" y="2266887"/>
            <a:ext cx="1622066" cy="792781"/>
          </a:xfrm>
          <a:prstGeom prst="rect">
            <a:avLst/>
          </a:prstGeom>
        </p:spPr>
        <p:txBody>
          <a:bodyPr wrap="square">
            <a:spAutoFit/>
          </a:bodyPr>
          <a:lstStyle/>
          <a:p>
            <a:pPr marL="285750" indent="-285750">
              <a:lnSpc>
                <a:spcPct val="150000"/>
              </a:lnSpc>
              <a:buFont typeface="Arial" panose="020B0604020202020204" pitchFamily="34" charset="0"/>
              <a:buChar char="•"/>
            </a:pPr>
            <a:r>
              <a:rPr lang="pt-BR" sz="1600" dirty="0"/>
              <a:t>Render</a:t>
            </a:r>
          </a:p>
          <a:p>
            <a:pPr>
              <a:lnSpc>
                <a:spcPct val="150000"/>
              </a:lnSpc>
            </a:pPr>
            <a:r>
              <a:rPr lang="pt-BR" sz="1600" dirty="0"/>
              <a:t> </a:t>
            </a:r>
          </a:p>
        </p:txBody>
      </p:sp>
      <p:sp>
        <p:nvSpPr>
          <p:cNvPr id="22" name="Rectangle 25">
            <a:extLst>
              <a:ext uri="{FF2B5EF4-FFF2-40B4-BE49-F238E27FC236}">
                <a16:creationId xmlns:a16="http://schemas.microsoft.com/office/drawing/2014/main" id="{40EE248F-E73A-310F-0765-B1BCB228A9D2}"/>
              </a:ext>
            </a:extLst>
          </p:cNvPr>
          <p:cNvSpPr/>
          <p:nvPr/>
        </p:nvSpPr>
        <p:spPr>
          <a:xfrm>
            <a:off x="9858271" y="4696032"/>
            <a:ext cx="1622066" cy="792781"/>
          </a:xfrm>
          <a:prstGeom prst="rect">
            <a:avLst/>
          </a:prstGeom>
        </p:spPr>
        <p:txBody>
          <a:bodyPr wrap="square">
            <a:spAutoFit/>
          </a:bodyPr>
          <a:lstStyle/>
          <a:p>
            <a:pPr marL="285750" indent="-285750">
              <a:lnSpc>
                <a:spcPct val="150000"/>
              </a:lnSpc>
              <a:buFont typeface="Arial" panose="020B0604020202020204" pitchFamily="34" charset="0"/>
              <a:buChar char="•"/>
            </a:pPr>
            <a:r>
              <a:rPr lang="pt-BR" sz="1600" dirty="0" err="1"/>
              <a:t>Diawi</a:t>
            </a:r>
            <a:r>
              <a:rPr lang="pt-BR" sz="1600" dirty="0"/>
              <a:t> </a:t>
            </a:r>
          </a:p>
          <a:p>
            <a:pPr>
              <a:lnSpc>
                <a:spcPct val="150000"/>
              </a:lnSpc>
            </a:pPr>
            <a:r>
              <a:rPr lang="pt-BR" sz="1600" dirty="0"/>
              <a:t> </a:t>
            </a:r>
          </a:p>
        </p:txBody>
      </p:sp>
      <p:sp>
        <p:nvSpPr>
          <p:cNvPr id="23" name="Rectangle 25">
            <a:extLst>
              <a:ext uri="{FF2B5EF4-FFF2-40B4-BE49-F238E27FC236}">
                <a16:creationId xmlns:a16="http://schemas.microsoft.com/office/drawing/2014/main" id="{E95924D1-2C4D-D611-3E83-ECE1469452FD}"/>
              </a:ext>
            </a:extLst>
          </p:cNvPr>
          <p:cNvSpPr/>
          <p:nvPr/>
        </p:nvSpPr>
        <p:spPr>
          <a:xfrm>
            <a:off x="9858270" y="2238312"/>
            <a:ext cx="1998887" cy="1162113"/>
          </a:xfrm>
          <a:prstGeom prst="rect">
            <a:avLst/>
          </a:prstGeom>
        </p:spPr>
        <p:txBody>
          <a:bodyPr wrap="square">
            <a:spAutoFit/>
          </a:bodyPr>
          <a:lstStyle/>
          <a:p>
            <a:pPr marL="285750" indent="-285750">
              <a:lnSpc>
                <a:spcPct val="150000"/>
              </a:lnSpc>
              <a:buFont typeface="Arial" panose="020B0604020202020204" pitchFamily="34" charset="0"/>
              <a:buChar char="•"/>
            </a:pPr>
            <a:r>
              <a:rPr lang="pt-BR" sz="1600" dirty="0" err="1"/>
              <a:t>Kotlin</a:t>
            </a:r>
            <a:endParaRPr lang="pt-BR" sz="1600" dirty="0"/>
          </a:p>
          <a:p>
            <a:pPr marL="285750" indent="-285750">
              <a:lnSpc>
                <a:spcPct val="150000"/>
              </a:lnSpc>
              <a:buFont typeface="Arial" panose="020B0604020202020204" pitchFamily="34" charset="0"/>
              <a:buChar char="•"/>
            </a:pPr>
            <a:r>
              <a:rPr lang="pt-BR" sz="1600" dirty="0" err="1"/>
              <a:t>Jetpack</a:t>
            </a:r>
            <a:r>
              <a:rPr lang="pt-BR" sz="1600" dirty="0"/>
              <a:t> </a:t>
            </a:r>
            <a:r>
              <a:rPr lang="pt-BR" sz="1600" dirty="0" err="1"/>
              <a:t>Compose</a:t>
            </a:r>
            <a:r>
              <a:rPr lang="pt-BR" sz="1600" dirty="0"/>
              <a:t> </a:t>
            </a:r>
          </a:p>
          <a:p>
            <a:pPr marL="285750" indent="-285750">
              <a:lnSpc>
                <a:spcPct val="150000"/>
              </a:lnSpc>
              <a:buFont typeface="Arial" panose="020B0604020202020204" pitchFamily="34" charset="0"/>
              <a:buChar char="•"/>
            </a:pPr>
            <a:r>
              <a:rPr lang="pt-BR" sz="1600" dirty="0"/>
              <a:t>Material 3  </a:t>
            </a:r>
          </a:p>
        </p:txBody>
      </p:sp>
      <p:sp>
        <p:nvSpPr>
          <p:cNvPr id="24" name="Rectangle 25">
            <a:extLst>
              <a:ext uri="{FF2B5EF4-FFF2-40B4-BE49-F238E27FC236}">
                <a16:creationId xmlns:a16="http://schemas.microsoft.com/office/drawing/2014/main" id="{12AD8E09-A6E6-E827-91CC-C7B064C2EF4F}"/>
              </a:ext>
            </a:extLst>
          </p:cNvPr>
          <p:cNvSpPr/>
          <p:nvPr/>
        </p:nvSpPr>
        <p:spPr>
          <a:xfrm>
            <a:off x="5110037" y="4707084"/>
            <a:ext cx="2029347" cy="1208279"/>
          </a:xfrm>
          <a:prstGeom prst="rect">
            <a:avLst/>
          </a:prstGeom>
        </p:spPr>
        <p:txBody>
          <a:bodyPr wrap="square">
            <a:spAutoFit/>
          </a:bodyPr>
          <a:lstStyle/>
          <a:p>
            <a:pPr marL="285750" indent="-285750">
              <a:lnSpc>
                <a:spcPct val="150000"/>
              </a:lnSpc>
              <a:buFont typeface="Arial" panose="020B0604020202020204" pitchFamily="34" charset="0"/>
              <a:buChar char="•"/>
            </a:pPr>
            <a:r>
              <a:rPr lang="pt-BR" sz="1600" dirty="0"/>
              <a:t>Google Maps SDK</a:t>
            </a:r>
          </a:p>
          <a:p>
            <a:pPr marL="285750" indent="-285750">
              <a:lnSpc>
                <a:spcPct val="150000"/>
              </a:lnSpc>
              <a:buFont typeface="Arial" panose="020B0604020202020204" pitchFamily="34" charset="0"/>
              <a:buChar char="•"/>
            </a:pPr>
            <a:r>
              <a:rPr lang="pt-BR" sz="1600" dirty="0" err="1"/>
              <a:t>GeoJSON</a:t>
            </a:r>
            <a:endParaRPr lang="pt-BR" sz="1600" dirty="0"/>
          </a:p>
          <a:p>
            <a:pPr marL="285750" indent="-285750">
              <a:lnSpc>
                <a:spcPct val="150000"/>
              </a:lnSpc>
              <a:buFont typeface="Arial" panose="020B0604020202020204" pitchFamily="34" charset="0"/>
              <a:buChar char="•"/>
            </a:pPr>
            <a:r>
              <a:rPr lang="pt-BR" sz="1600" dirty="0"/>
              <a:t>OpenAI API </a:t>
            </a:r>
          </a:p>
        </p:txBody>
      </p:sp>
      <p:cxnSp>
        <p:nvCxnSpPr>
          <p:cNvPr id="32" name="Conector de Seta Reta 31">
            <a:extLst>
              <a:ext uri="{FF2B5EF4-FFF2-40B4-BE49-F238E27FC236}">
                <a16:creationId xmlns:a16="http://schemas.microsoft.com/office/drawing/2014/main" id="{6BB47D8A-E41F-E395-6984-1055469D27ED}"/>
              </a:ext>
            </a:extLst>
          </p:cNvPr>
          <p:cNvCxnSpPr>
            <a:cxnSpLocks/>
          </p:cNvCxnSpPr>
          <p:nvPr/>
        </p:nvCxnSpPr>
        <p:spPr>
          <a:xfrm>
            <a:off x="2067339" y="3681454"/>
            <a:ext cx="788506" cy="0"/>
          </a:xfrm>
          <a:prstGeom prst="straightConnector1">
            <a:avLst/>
          </a:prstGeom>
          <a:ln>
            <a:solidFill>
              <a:schemeClr val="tx1"/>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37" name="Conector de Seta Reta 36">
            <a:extLst>
              <a:ext uri="{FF2B5EF4-FFF2-40B4-BE49-F238E27FC236}">
                <a16:creationId xmlns:a16="http://schemas.microsoft.com/office/drawing/2014/main" id="{0E57F57C-6947-AC70-20E0-4287418F0E84}"/>
              </a:ext>
            </a:extLst>
          </p:cNvPr>
          <p:cNvCxnSpPr>
            <a:cxnSpLocks/>
          </p:cNvCxnSpPr>
          <p:nvPr/>
        </p:nvCxnSpPr>
        <p:spPr>
          <a:xfrm>
            <a:off x="4420927" y="3681454"/>
            <a:ext cx="788506" cy="0"/>
          </a:xfrm>
          <a:prstGeom prst="straightConnector1">
            <a:avLst/>
          </a:prstGeom>
          <a:ln>
            <a:solidFill>
              <a:schemeClr val="tx1"/>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38" name="Conector de Seta Reta 37">
            <a:extLst>
              <a:ext uri="{FF2B5EF4-FFF2-40B4-BE49-F238E27FC236}">
                <a16:creationId xmlns:a16="http://schemas.microsoft.com/office/drawing/2014/main" id="{2809FA1D-F167-B4DC-24AD-3C633778D2DD}"/>
              </a:ext>
            </a:extLst>
          </p:cNvPr>
          <p:cNvCxnSpPr>
            <a:cxnSpLocks/>
          </p:cNvCxnSpPr>
          <p:nvPr/>
        </p:nvCxnSpPr>
        <p:spPr>
          <a:xfrm>
            <a:off x="6808305" y="3698682"/>
            <a:ext cx="788506" cy="0"/>
          </a:xfrm>
          <a:prstGeom prst="straightConnector1">
            <a:avLst/>
          </a:prstGeom>
          <a:ln>
            <a:solidFill>
              <a:schemeClr val="tx1"/>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39" name="Conector de Seta Reta 38">
            <a:extLst>
              <a:ext uri="{FF2B5EF4-FFF2-40B4-BE49-F238E27FC236}">
                <a16:creationId xmlns:a16="http://schemas.microsoft.com/office/drawing/2014/main" id="{38D63A42-B99C-DFAD-F646-C20363F9D812}"/>
              </a:ext>
            </a:extLst>
          </p:cNvPr>
          <p:cNvCxnSpPr>
            <a:cxnSpLocks/>
          </p:cNvCxnSpPr>
          <p:nvPr/>
        </p:nvCxnSpPr>
        <p:spPr>
          <a:xfrm>
            <a:off x="9182431" y="3698682"/>
            <a:ext cx="788506" cy="0"/>
          </a:xfrm>
          <a:prstGeom prst="straightConnector1">
            <a:avLst/>
          </a:prstGeom>
          <a:ln>
            <a:solidFill>
              <a:schemeClr val="tx1"/>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20517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62C7C-D71A-FD2B-327A-3DD5F77D0726}"/>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464AACC5-5F7A-038D-85F2-0EA697426BA1}"/>
              </a:ext>
            </a:extLst>
          </p:cNvPr>
          <p:cNvSpPr txBox="1"/>
          <p:nvPr/>
        </p:nvSpPr>
        <p:spPr>
          <a:xfrm>
            <a:off x="388716" y="1483940"/>
            <a:ext cx="10806721" cy="651460"/>
          </a:xfrm>
          <a:prstGeom prst="rect">
            <a:avLst/>
          </a:prstGeom>
          <a:noFill/>
        </p:spPr>
        <p:txBody>
          <a:bodyPr wrap="square" rtlCol="0">
            <a:spAutoFit/>
          </a:bodyPr>
          <a:lstStyle/>
          <a:p>
            <a:pPr>
              <a:lnSpc>
                <a:spcPct val="90000"/>
              </a:lnSpc>
            </a:pPr>
            <a:r>
              <a:rPr lang="en-US" sz="4000" dirty="0" err="1">
                <a:latin typeface="Poppins Medium" panose="00000600000000000000" pitchFamily="2" charset="0"/>
                <a:cs typeface="Poppins Medium" panose="00000600000000000000" pitchFamily="2" charset="0"/>
              </a:rPr>
              <a:t>Desafios</a:t>
            </a:r>
            <a:r>
              <a:rPr lang="en-US" sz="4000" dirty="0">
                <a:latin typeface="Poppins Medium" panose="00000600000000000000" pitchFamily="2" charset="0"/>
                <a:cs typeface="Poppins Medium" panose="00000600000000000000" pitchFamily="2" charset="0"/>
              </a:rPr>
              <a:t>                            </a:t>
            </a:r>
            <a:r>
              <a:rPr lang="en-US" sz="4000" dirty="0" err="1">
                <a:latin typeface="Poppins Medium" panose="00000600000000000000" pitchFamily="2" charset="0"/>
                <a:cs typeface="Poppins Medium" panose="00000600000000000000" pitchFamily="2" charset="0"/>
              </a:rPr>
              <a:t>Diferenciais</a:t>
            </a:r>
            <a:endParaRPr lang="en-US" sz="4000" dirty="0">
              <a:latin typeface="Poppins Medium" panose="00000600000000000000" pitchFamily="2" charset="0"/>
              <a:cs typeface="Poppins Medium" panose="00000600000000000000" pitchFamily="2" charset="0"/>
            </a:endParaRPr>
          </a:p>
        </p:txBody>
      </p:sp>
      <p:sp>
        <p:nvSpPr>
          <p:cNvPr id="26" name="Rectangle 25">
            <a:extLst>
              <a:ext uri="{FF2B5EF4-FFF2-40B4-BE49-F238E27FC236}">
                <a16:creationId xmlns:a16="http://schemas.microsoft.com/office/drawing/2014/main" id="{E63D9E17-16C1-7331-645E-E907EB11B92C}"/>
              </a:ext>
            </a:extLst>
          </p:cNvPr>
          <p:cNvSpPr/>
          <p:nvPr/>
        </p:nvSpPr>
        <p:spPr>
          <a:xfrm>
            <a:off x="388716" y="2135400"/>
            <a:ext cx="5099482" cy="4278094"/>
          </a:xfrm>
          <a:prstGeom prst="rect">
            <a:avLst/>
          </a:prstGeom>
        </p:spPr>
        <p:txBody>
          <a:bodyPr wrap="square">
            <a:spAutoFit/>
          </a:bodyPr>
          <a:lstStyle/>
          <a:p>
            <a:pPr algn="just"/>
            <a:r>
              <a:rPr lang="pt-PT" sz="1600" b="1" dirty="0"/>
              <a:t>Integração entre múltiplas tecnologias</a:t>
            </a:r>
          </a:p>
          <a:p>
            <a:pPr algn="just"/>
            <a:r>
              <a:rPr lang="pt-PT" sz="1600" dirty="0"/>
              <a:t>Foi necessário integrar </a:t>
            </a:r>
            <a:r>
              <a:rPr lang="pt-PT" sz="1600" dirty="0" err="1"/>
              <a:t>frontend</a:t>
            </a:r>
            <a:r>
              <a:rPr lang="pt-PT" sz="1600" dirty="0"/>
              <a:t> Android, </a:t>
            </a:r>
            <a:r>
              <a:rPr lang="pt-PT" sz="1600" dirty="0" err="1"/>
              <a:t>backend</a:t>
            </a:r>
            <a:r>
              <a:rPr lang="pt-PT" sz="1600" dirty="0"/>
              <a:t>, base de dados, mapas e inteligência artificial de forma consistente.</a:t>
            </a:r>
          </a:p>
          <a:p>
            <a:pPr algn="just"/>
            <a:endParaRPr lang="pt-PT" sz="1600" b="1" dirty="0"/>
          </a:p>
          <a:p>
            <a:pPr algn="just"/>
            <a:r>
              <a:rPr lang="pt-PT" sz="1600" b="1" dirty="0"/>
              <a:t>Limitações dos dados</a:t>
            </a:r>
          </a:p>
          <a:p>
            <a:pPr algn="just"/>
            <a:r>
              <a:rPr lang="pt-PT" sz="1600" dirty="0"/>
              <a:t>O INE disponibiliza preços medianos de arrendamento apenas para 24 municípios portugueses, o que exigiu tratamento adequado da ausência de dados.</a:t>
            </a:r>
          </a:p>
          <a:p>
            <a:pPr algn="just"/>
            <a:endParaRPr lang="pt-PT" sz="1600" b="1" dirty="0"/>
          </a:p>
          <a:p>
            <a:pPr algn="just"/>
            <a:r>
              <a:rPr lang="pt-PT" sz="1600" b="1" dirty="0"/>
              <a:t>Performance do mapa</a:t>
            </a:r>
          </a:p>
          <a:p>
            <a:pPr algn="just"/>
            <a:r>
              <a:rPr lang="pt-PT" sz="1600" dirty="0"/>
              <a:t>Os ficheiros </a:t>
            </a:r>
            <a:r>
              <a:rPr lang="pt-PT" sz="1600" dirty="0" err="1"/>
              <a:t>GeoJSON</a:t>
            </a:r>
            <a:r>
              <a:rPr lang="pt-PT" sz="1600" dirty="0"/>
              <a:t> originais eram demasiado pesados e tiveram de ser simplificados para evitar problemas de memória.</a:t>
            </a:r>
          </a:p>
          <a:p>
            <a:pPr algn="just"/>
            <a:endParaRPr lang="pt-PT" sz="1600" b="1" dirty="0"/>
          </a:p>
          <a:p>
            <a:pPr algn="just"/>
            <a:r>
              <a:rPr lang="pt-PT" sz="1600" b="1" dirty="0"/>
              <a:t>Segurança</a:t>
            </a:r>
          </a:p>
          <a:p>
            <a:pPr algn="just"/>
            <a:r>
              <a:rPr lang="pt-PT" sz="1600" dirty="0"/>
              <a:t>Foi necessário implementar autenticação, </a:t>
            </a:r>
            <a:r>
              <a:rPr lang="pt-PT" sz="1600" dirty="0" err="1"/>
              <a:t>hashing</a:t>
            </a:r>
            <a:r>
              <a:rPr lang="pt-PT" sz="1600" dirty="0"/>
              <a:t> de palavras-passe, verificação por email e JWT.</a:t>
            </a:r>
          </a:p>
        </p:txBody>
      </p:sp>
      <p:sp>
        <p:nvSpPr>
          <p:cNvPr id="2" name="Rectangle 25">
            <a:extLst>
              <a:ext uri="{FF2B5EF4-FFF2-40B4-BE49-F238E27FC236}">
                <a16:creationId xmlns:a16="http://schemas.microsoft.com/office/drawing/2014/main" id="{702C2BD7-1C18-7DEE-8A48-1B2D1F9DF9DD}"/>
              </a:ext>
            </a:extLst>
          </p:cNvPr>
          <p:cNvSpPr/>
          <p:nvPr/>
        </p:nvSpPr>
        <p:spPr>
          <a:xfrm>
            <a:off x="6274006" y="2135400"/>
            <a:ext cx="5099482" cy="3785652"/>
          </a:xfrm>
          <a:prstGeom prst="rect">
            <a:avLst/>
          </a:prstGeom>
        </p:spPr>
        <p:txBody>
          <a:bodyPr wrap="square">
            <a:spAutoFit/>
          </a:bodyPr>
          <a:lstStyle/>
          <a:p>
            <a:pPr algn="just"/>
            <a:r>
              <a:rPr lang="pt-PT" sz="1600" b="1" dirty="0"/>
              <a:t>Mapa orientado à tomada de decisão</a:t>
            </a:r>
          </a:p>
          <a:p>
            <a:pPr algn="just"/>
            <a:r>
              <a:rPr lang="pt-PT" sz="1600" dirty="0"/>
              <a:t>Não apenas à visualização de imóveis ou anúncios. </a:t>
            </a:r>
          </a:p>
          <a:p>
            <a:pPr algn="just"/>
            <a:endParaRPr lang="pt-PT" sz="1600" dirty="0"/>
          </a:p>
          <a:p>
            <a:pPr algn="just"/>
            <a:r>
              <a:rPr lang="pt-PT" sz="1600" b="1" dirty="0"/>
              <a:t>Análise por município</a:t>
            </a:r>
          </a:p>
          <a:p>
            <a:pPr algn="just"/>
            <a:r>
              <a:rPr lang="pt-PT" sz="1600" dirty="0"/>
              <a:t>Permitindo comparar regiões com base em dados agregados e não em imóveis individuais.</a:t>
            </a:r>
          </a:p>
          <a:p>
            <a:pPr algn="just"/>
            <a:endParaRPr lang="pt-PT" sz="1600" dirty="0"/>
          </a:p>
          <a:p>
            <a:pPr algn="just"/>
            <a:r>
              <a:rPr lang="pt-PT" sz="1600" b="1" dirty="0"/>
              <a:t>Score de adequação</a:t>
            </a:r>
          </a:p>
          <a:p>
            <a:pPr algn="just"/>
            <a:r>
              <a:rPr lang="pt-PT" sz="1600" dirty="0"/>
              <a:t>Calculado a partir dos indicadores disponíveis e usado para representar visualmente as zonas mais ou menos favoráveis. </a:t>
            </a:r>
          </a:p>
          <a:p>
            <a:pPr algn="just"/>
            <a:endParaRPr lang="pt-PT" sz="1600" dirty="0"/>
          </a:p>
          <a:p>
            <a:pPr algn="just"/>
            <a:r>
              <a:rPr lang="pt-PT" sz="1600" b="1" dirty="0"/>
              <a:t>Foco no utilizador que não conhece a região </a:t>
            </a:r>
          </a:p>
          <a:p>
            <a:pPr algn="just"/>
            <a:r>
              <a:rPr lang="pt-PT" sz="1600" dirty="0"/>
              <a:t>Pessoas em processo de mudança, estudantes, famílias ou profissionais que precisam decidir onde morar.</a:t>
            </a:r>
          </a:p>
        </p:txBody>
      </p:sp>
    </p:spTree>
    <p:extLst>
      <p:ext uri="{BB962C8B-B14F-4D97-AF65-F5344CB8AC3E}">
        <p14:creationId xmlns:p14="http://schemas.microsoft.com/office/powerpoint/2010/main" val="4479440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3C5B3-1313-B984-B8F9-72AF21496E27}"/>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CBC813E6-4F6C-7DCF-6085-E7DC24FC7B40}"/>
              </a:ext>
            </a:extLst>
          </p:cNvPr>
          <p:cNvSpPr txBox="1"/>
          <p:nvPr/>
        </p:nvSpPr>
        <p:spPr>
          <a:xfrm>
            <a:off x="1446913" y="2963488"/>
            <a:ext cx="9298174" cy="931024"/>
          </a:xfrm>
          <a:prstGeom prst="rect">
            <a:avLst/>
          </a:prstGeom>
          <a:noFill/>
        </p:spPr>
        <p:txBody>
          <a:bodyPr wrap="square" rtlCol="0">
            <a:spAutoFit/>
          </a:bodyPr>
          <a:lstStyle/>
          <a:p>
            <a:pPr>
              <a:lnSpc>
                <a:spcPct val="90000"/>
              </a:lnSpc>
            </a:pPr>
            <a:r>
              <a:rPr lang="en-US" sz="6000" b="1" dirty="0" err="1">
                <a:latin typeface="Poppins Medium" panose="00000600000000000000" pitchFamily="2" charset="0"/>
                <a:cs typeface="Poppins Medium" panose="00000600000000000000" pitchFamily="2" charset="0"/>
              </a:rPr>
              <a:t>Demonstração</a:t>
            </a:r>
            <a:r>
              <a:rPr lang="en-US" sz="6000" b="1" dirty="0">
                <a:latin typeface="Poppins Medium" panose="00000600000000000000" pitchFamily="2" charset="0"/>
                <a:cs typeface="Poppins Medium" panose="00000600000000000000" pitchFamily="2" charset="0"/>
              </a:rPr>
              <a:t> </a:t>
            </a:r>
            <a:r>
              <a:rPr lang="en-US" sz="6000" b="1" dirty="0" err="1">
                <a:latin typeface="Poppins Medium" panose="00000600000000000000" pitchFamily="2" charset="0"/>
                <a:cs typeface="Poppins Medium" panose="00000600000000000000" pitchFamily="2" charset="0"/>
              </a:rPr>
              <a:t>Prática</a:t>
            </a:r>
            <a:endParaRPr lang="en-US" sz="6000" b="1" dirty="0">
              <a:latin typeface="Poppins Medium" panose="00000600000000000000" pitchFamily="2" charset="0"/>
              <a:cs typeface="Poppins Medium" panose="00000600000000000000" pitchFamily="2" charset="0"/>
            </a:endParaRPr>
          </a:p>
        </p:txBody>
      </p:sp>
    </p:spTree>
    <p:extLst>
      <p:ext uri="{BB962C8B-B14F-4D97-AF65-F5344CB8AC3E}">
        <p14:creationId xmlns:p14="http://schemas.microsoft.com/office/powerpoint/2010/main" val="24665136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9017A-C34C-92D6-1E6F-CAD1C9E9F787}"/>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6F1AB15F-276B-CDF7-9D4B-6BDC3B121F09}"/>
              </a:ext>
            </a:extLst>
          </p:cNvPr>
          <p:cNvSpPr txBox="1"/>
          <p:nvPr/>
        </p:nvSpPr>
        <p:spPr>
          <a:xfrm>
            <a:off x="1038074" y="2963487"/>
            <a:ext cx="4692167" cy="931024"/>
          </a:xfrm>
          <a:prstGeom prst="rect">
            <a:avLst/>
          </a:prstGeom>
          <a:noFill/>
        </p:spPr>
        <p:txBody>
          <a:bodyPr wrap="square" rtlCol="0">
            <a:spAutoFit/>
          </a:bodyPr>
          <a:lstStyle/>
          <a:p>
            <a:pPr>
              <a:lnSpc>
                <a:spcPct val="90000"/>
              </a:lnSpc>
            </a:pPr>
            <a:r>
              <a:rPr lang="en-US" sz="6000" dirty="0" err="1">
                <a:latin typeface="Poppins Medium" panose="00000600000000000000" pitchFamily="2" charset="0"/>
                <a:cs typeface="Poppins Medium" panose="00000600000000000000" pitchFamily="2" charset="0"/>
              </a:rPr>
              <a:t>Perguntas</a:t>
            </a:r>
            <a:r>
              <a:rPr lang="en-US" sz="6000" dirty="0">
                <a:latin typeface="Poppins Medium" panose="00000600000000000000" pitchFamily="2" charset="0"/>
                <a:cs typeface="Poppins Medium" panose="00000600000000000000" pitchFamily="2" charset="0"/>
              </a:rPr>
              <a:t>?</a:t>
            </a:r>
          </a:p>
        </p:txBody>
      </p:sp>
      <p:pic>
        <p:nvPicPr>
          <p:cNvPr id="2" name="Imagem 1">
            <a:extLst>
              <a:ext uri="{FF2B5EF4-FFF2-40B4-BE49-F238E27FC236}">
                <a16:creationId xmlns:a16="http://schemas.microsoft.com/office/drawing/2014/main" id="{477D90B8-0316-2CA3-EC0C-8B35A5C46E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87118" y="1249872"/>
            <a:ext cx="5797396" cy="4358254"/>
          </a:xfrm>
          <a:prstGeom prst="rect">
            <a:avLst/>
          </a:prstGeom>
        </p:spPr>
      </p:pic>
    </p:spTree>
    <p:extLst>
      <p:ext uri="{BB962C8B-B14F-4D97-AF65-F5344CB8AC3E}">
        <p14:creationId xmlns:p14="http://schemas.microsoft.com/office/powerpoint/2010/main" val="42484884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530FCC8-596D-4F89-A6A8-115013D53146}"/>
              </a:ext>
            </a:extLst>
          </p:cNvPr>
          <p:cNvSpPr txBox="1"/>
          <p:nvPr/>
        </p:nvSpPr>
        <p:spPr>
          <a:xfrm>
            <a:off x="885152" y="3208616"/>
            <a:ext cx="6167073" cy="1569660"/>
          </a:xfrm>
          <a:prstGeom prst="rect">
            <a:avLst/>
          </a:prstGeom>
          <a:noFill/>
        </p:spPr>
        <p:txBody>
          <a:bodyPr wrap="none" rtlCol="0">
            <a:spAutoFit/>
          </a:bodyPr>
          <a:lstStyle/>
          <a:p>
            <a:r>
              <a:rPr lang="pt-PT" sz="9600" dirty="0">
                <a:solidFill>
                  <a:schemeClr val="bg1"/>
                </a:solidFill>
                <a:latin typeface="Poppins SemiBold" panose="00000700000000000000" pitchFamily="2" charset="0"/>
                <a:cs typeface="Poppins SemiBold" panose="00000700000000000000" pitchFamily="2" charset="0"/>
              </a:rPr>
              <a:t>Obrigada</a:t>
            </a:r>
            <a:endParaRPr lang="en-US" sz="9600" dirty="0">
              <a:solidFill>
                <a:schemeClr val="bg1"/>
              </a:solidFill>
              <a:latin typeface="Poppins SemiBold" panose="00000700000000000000" pitchFamily="2" charset="0"/>
              <a:cs typeface="Poppins SemiBold" panose="00000700000000000000" pitchFamily="2" charset="0"/>
            </a:endParaRPr>
          </a:p>
        </p:txBody>
      </p:sp>
      <p:cxnSp>
        <p:nvCxnSpPr>
          <p:cNvPr id="36" name="Straight Connector 35">
            <a:extLst>
              <a:ext uri="{FF2B5EF4-FFF2-40B4-BE49-F238E27FC236}">
                <a16:creationId xmlns:a16="http://schemas.microsoft.com/office/drawing/2014/main" id="{9B09748A-7E53-4057-AA2E-4E4348BCB85D}"/>
              </a:ext>
            </a:extLst>
          </p:cNvPr>
          <p:cNvCxnSpPr>
            <a:cxnSpLocks/>
          </p:cNvCxnSpPr>
          <p:nvPr/>
        </p:nvCxnSpPr>
        <p:spPr>
          <a:xfrm>
            <a:off x="1035958" y="4750055"/>
            <a:ext cx="6016267"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6A706BAF-BD1C-4D8A-954A-21026ABA4492}"/>
              </a:ext>
            </a:extLst>
          </p:cNvPr>
          <p:cNvSpPr txBox="1"/>
          <p:nvPr/>
        </p:nvSpPr>
        <p:spPr>
          <a:xfrm>
            <a:off x="986717" y="5027360"/>
            <a:ext cx="6001964" cy="523220"/>
          </a:xfrm>
          <a:prstGeom prst="rect">
            <a:avLst/>
          </a:prstGeom>
          <a:noFill/>
        </p:spPr>
        <p:txBody>
          <a:bodyPr wrap="none" rtlCol="0">
            <a:spAutoFit/>
          </a:bodyPr>
          <a:lstStyle/>
          <a:p>
            <a:r>
              <a:rPr lang="en-US" sz="2800" dirty="0">
                <a:solidFill>
                  <a:schemeClr val="bg1"/>
                </a:solidFill>
                <a:latin typeface="Poppins Medium" panose="00000600000000000000" pitchFamily="2" charset="0"/>
                <a:cs typeface="Poppins Medium" panose="00000600000000000000" pitchFamily="2" charset="0"/>
              </a:rPr>
              <a:t>juliassantos200302@gmail.com</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5958" y="925974"/>
            <a:ext cx="1980073" cy="395315"/>
          </a:xfrm>
          <a:prstGeom prst="rect">
            <a:avLst/>
          </a:prstGeom>
        </p:spPr>
      </p:pic>
    </p:spTree>
    <p:extLst>
      <p:ext uri="{BB962C8B-B14F-4D97-AF65-F5344CB8AC3E}">
        <p14:creationId xmlns:p14="http://schemas.microsoft.com/office/powerpoint/2010/main" val="3274135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11657"/>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1949</TotalTime>
  <Words>325</Words>
  <Application>Microsoft Office PowerPoint</Application>
  <PresentationFormat>Widescreen</PresentationFormat>
  <Paragraphs>61</Paragraphs>
  <Slides>7</Slides>
  <Notes>0</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7</vt:i4>
      </vt:variant>
    </vt:vector>
  </HeadingPairs>
  <TitlesOfParts>
    <vt:vector size="14" baseType="lpstr">
      <vt:lpstr>Poppins Medium</vt:lpstr>
      <vt:lpstr>Arial</vt:lpstr>
      <vt:lpstr>Calibri Light</vt:lpstr>
      <vt:lpstr>Calibri</vt:lpstr>
      <vt:lpstr>Open Sans</vt:lpstr>
      <vt:lpstr>Poppins SemiBold</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Universidade Lusófona</dc:title>
  <dc:creator>Valter Arrais</dc:creator>
  <cp:lastModifiedBy>Júlia Santos</cp:lastModifiedBy>
  <cp:revision>173</cp:revision>
  <dcterms:created xsi:type="dcterms:W3CDTF">2020-11-27T07:55:44Z</dcterms:created>
  <dcterms:modified xsi:type="dcterms:W3CDTF">2026-05-12T15:47:07Z</dcterms:modified>
</cp:coreProperties>
</file>